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5" r:id="rId3"/>
    <p:sldMasterId id="2147483697" r:id="rId4"/>
  </p:sldMasterIdLst>
  <p:notesMasterIdLst>
    <p:notesMasterId r:id="rId33"/>
  </p:notesMasterIdLst>
  <p:sldIdLst>
    <p:sldId id="256" r:id="rId5"/>
    <p:sldId id="257" r:id="rId6"/>
    <p:sldId id="290" r:id="rId7"/>
    <p:sldId id="289" r:id="rId8"/>
    <p:sldId id="259" r:id="rId9"/>
    <p:sldId id="285" r:id="rId10"/>
    <p:sldId id="293" r:id="rId11"/>
    <p:sldId id="258" r:id="rId12"/>
    <p:sldId id="274" r:id="rId13"/>
    <p:sldId id="260" r:id="rId14"/>
    <p:sldId id="275" r:id="rId15"/>
    <p:sldId id="287" r:id="rId16"/>
    <p:sldId id="294" r:id="rId17"/>
    <p:sldId id="295" r:id="rId18"/>
    <p:sldId id="261" r:id="rId19"/>
    <p:sldId id="277" r:id="rId20"/>
    <p:sldId id="278" r:id="rId21"/>
    <p:sldId id="264" r:id="rId22"/>
    <p:sldId id="273" r:id="rId23"/>
    <p:sldId id="299" r:id="rId24"/>
    <p:sldId id="296" r:id="rId25"/>
    <p:sldId id="284" r:id="rId26"/>
    <p:sldId id="282" r:id="rId27"/>
    <p:sldId id="276" r:id="rId28"/>
    <p:sldId id="262" r:id="rId29"/>
    <p:sldId id="300" r:id="rId30"/>
    <p:sldId id="297" r:id="rId31"/>
    <p:sldId id="298" r:id="rId32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47181" autoAdjust="0"/>
  </p:normalViewPr>
  <p:slideViewPr>
    <p:cSldViewPr snapToGrid="0">
      <p:cViewPr varScale="1">
        <p:scale>
          <a:sx n="51" d="100"/>
          <a:sy n="51" d="100"/>
        </p:scale>
        <p:origin x="2658" y="96"/>
      </p:cViewPr>
      <p:guideLst/>
    </p:cSldViewPr>
  </p:slideViewPr>
  <p:outlineViewPr>
    <p:cViewPr>
      <p:scale>
        <a:sx n="33" d="100"/>
        <a:sy n="33" d="100"/>
      </p:scale>
      <p:origin x="0" y="-171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4A23B4-D5B5-442F-83D4-16897C7EE441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28A5B1-101C-4682-AB93-A03CCFC81F16}">
      <dgm:prSet phldrT="[Text]"/>
      <dgm:spPr/>
      <dgm:t>
        <a:bodyPr/>
        <a:lstStyle/>
        <a:p>
          <a:r>
            <a:rPr lang="en-US" dirty="0" smtClean="0"/>
            <a:t>CRM 1.0 (2003)</a:t>
          </a:r>
          <a:endParaRPr lang="en-US" dirty="0"/>
        </a:p>
      </dgm:t>
    </dgm:pt>
    <dgm:pt modelId="{09A31FFE-550F-4292-9392-EC171E904FB4}" type="parTrans" cxnId="{1F2A17C6-3DBA-4167-9B44-6E56853BA834}">
      <dgm:prSet/>
      <dgm:spPr/>
      <dgm:t>
        <a:bodyPr/>
        <a:lstStyle/>
        <a:p>
          <a:endParaRPr lang="en-US"/>
        </a:p>
      </dgm:t>
    </dgm:pt>
    <dgm:pt modelId="{BA72830A-83F3-4ADE-96F4-22FC4FE567AE}" type="sibTrans" cxnId="{1F2A17C6-3DBA-4167-9B44-6E56853BA834}">
      <dgm:prSet/>
      <dgm:spPr/>
      <dgm:t>
        <a:bodyPr/>
        <a:lstStyle/>
        <a:p>
          <a:endParaRPr lang="en-US"/>
        </a:p>
      </dgm:t>
    </dgm:pt>
    <dgm:pt modelId="{D32FDC8B-D5A5-454E-935B-DDA3D2D57737}">
      <dgm:prSet phldrT="[Text]"/>
      <dgm:spPr/>
      <dgm:t>
        <a:bodyPr/>
        <a:lstStyle/>
        <a:p>
          <a:r>
            <a:rPr lang="en-US" dirty="0" smtClean="0"/>
            <a:t>Sales &amp; service modules</a:t>
          </a:r>
          <a:endParaRPr lang="en-US" dirty="0"/>
        </a:p>
      </dgm:t>
    </dgm:pt>
    <dgm:pt modelId="{A32D0612-D7BA-42A5-84F8-E5019F18BD8C}" type="parTrans" cxnId="{661777EC-87F9-484E-9D20-2A67E9774214}">
      <dgm:prSet/>
      <dgm:spPr/>
      <dgm:t>
        <a:bodyPr/>
        <a:lstStyle/>
        <a:p>
          <a:endParaRPr lang="en-US"/>
        </a:p>
      </dgm:t>
    </dgm:pt>
    <dgm:pt modelId="{6CD246DF-D69A-424A-B89E-BFB841A1A16E}" type="sibTrans" cxnId="{661777EC-87F9-484E-9D20-2A67E9774214}">
      <dgm:prSet/>
      <dgm:spPr/>
      <dgm:t>
        <a:bodyPr/>
        <a:lstStyle/>
        <a:p>
          <a:endParaRPr lang="en-US"/>
        </a:p>
      </dgm:t>
    </dgm:pt>
    <dgm:pt modelId="{2B3402DF-1937-436C-9DEB-64C8C8D458D8}">
      <dgm:prSet phldrT="[Text]"/>
      <dgm:spPr/>
      <dgm:t>
        <a:bodyPr/>
        <a:lstStyle/>
        <a:p>
          <a:r>
            <a:rPr lang="en-US" dirty="0" smtClean="0"/>
            <a:t>Outlook integration</a:t>
          </a:r>
          <a:endParaRPr lang="en-US" dirty="0"/>
        </a:p>
      </dgm:t>
    </dgm:pt>
    <dgm:pt modelId="{1F299980-B5F3-4B7E-BEED-1172BA876F28}" type="parTrans" cxnId="{A4E23BF4-31F8-4927-A844-DA7B4DCE8F40}">
      <dgm:prSet/>
      <dgm:spPr/>
      <dgm:t>
        <a:bodyPr/>
        <a:lstStyle/>
        <a:p>
          <a:endParaRPr lang="en-US"/>
        </a:p>
      </dgm:t>
    </dgm:pt>
    <dgm:pt modelId="{41DC984C-FCF8-40F1-B9D5-3285065D1599}" type="sibTrans" cxnId="{A4E23BF4-31F8-4927-A844-DA7B4DCE8F40}">
      <dgm:prSet/>
      <dgm:spPr/>
      <dgm:t>
        <a:bodyPr/>
        <a:lstStyle/>
        <a:p>
          <a:endParaRPr lang="en-US"/>
        </a:p>
      </dgm:t>
    </dgm:pt>
    <dgm:pt modelId="{357EE355-6937-4790-B37D-CDFFA61B5901}">
      <dgm:prSet phldrT="[Text]"/>
      <dgm:spPr/>
      <dgm:t>
        <a:bodyPr/>
        <a:lstStyle/>
        <a:p>
          <a:r>
            <a:rPr lang="en-US" dirty="0" smtClean="0"/>
            <a:t>CRM 3.0 (2005)</a:t>
          </a:r>
          <a:endParaRPr lang="en-US" dirty="0"/>
        </a:p>
      </dgm:t>
    </dgm:pt>
    <dgm:pt modelId="{41F93413-CCBA-48C7-9F98-587040EE71BD}" type="parTrans" cxnId="{080390D0-AE84-4507-8A9A-97A69D549603}">
      <dgm:prSet/>
      <dgm:spPr/>
      <dgm:t>
        <a:bodyPr/>
        <a:lstStyle/>
        <a:p>
          <a:endParaRPr lang="en-US"/>
        </a:p>
      </dgm:t>
    </dgm:pt>
    <dgm:pt modelId="{B667C650-8A34-4129-BBB9-B6F2213C48A7}" type="sibTrans" cxnId="{080390D0-AE84-4507-8A9A-97A69D549603}">
      <dgm:prSet/>
      <dgm:spPr/>
      <dgm:t>
        <a:bodyPr/>
        <a:lstStyle/>
        <a:p>
          <a:endParaRPr lang="en-US"/>
        </a:p>
      </dgm:t>
    </dgm:pt>
    <dgm:pt modelId="{3B1AA9FE-7551-4426-86FA-6BE1A55B28E9}">
      <dgm:prSet phldrT="[Text]"/>
      <dgm:spPr/>
      <dgm:t>
        <a:bodyPr/>
        <a:lstStyle/>
        <a:p>
          <a:r>
            <a:rPr lang="en-US" dirty="0" smtClean="0"/>
            <a:t>Custom entities (XRM)</a:t>
          </a:r>
          <a:endParaRPr lang="en-US" dirty="0"/>
        </a:p>
      </dgm:t>
    </dgm:pt>
    <dgm:pt modelId="{44EFF44C-B1FD-43EA-8965-A57C571EAFAA}" type="parTrans" cxnId="{E2BECC97-7570-49AF-830E-1F411C1142A9}">
      <dgm:prSet/>
      <dgm:spPr/>
      <dgm:t>
        <a:bodyPr/>
        <a:lstStyle/>
        <a:p>
          <a:endParaRPr lang="en-US"/>
        </a:p>
      </dgm:t>
    </dgm:pt>
    <dgm:pt modelId="{EFB1C505-F67E-4430-A10A-FF905915B53F}" type="sibTrans" cxnId="{E2BECC97-7570-49AF-830E-1F411C1142A9}">
      <dgm:prSet/>
      <dgm:spPr/>
      <dgm:t>
        <a:bodyPr/>
        <a:lstStyle/>
        <a:p>
          <a:endParaRPr lang="en-US"/>
        </a:p>
      </dgm:t>
    </dgm:pt>
    <dgm:pt modelId="{DB15DC47-9A22-4E76-9F90-57AB8028CC33}">
      <dgm:prSet phldrT="[Text]"/>
      <dgm:spPr/>
      <dgm:t>
        <a:bodyPr/>
        <a:lstStyle/>
        <a:p>
          <a:r>
            <a:rPr lang="en-US" dirty="0" smtClean="0"/>
            <a:t>Marketing module</a:t>
          </a:r>
          <a:endParaRPr lang="en-US" dirty="0"/>
        </a:p>
      </dgm:t>
    </dgm:pt>
    <dgm:pt modelId="{D1744BEA-B58F-4D28-A1C0-8BBC683B2A89}" type="parTrans" cxnId="{10935E3C-1FE5-4292-917C-679DC53976A3}">
      <dgm:prSet/>
      <dgm:spPr/>
      <dgm:t>
        <a:bodyPr/>
        <a:lstStyle/>
        <a:p>
          <a:endParaRPr lang="en-US"/>
        </a:p>
      </dgm:t>
    </dgm:pt>
    <dgm:pt modelId="{8828A347-7BE5-4024-81FB-4E5B92AA4D84}" type="sibTrans" cxnId="{10935E3C-1FE5-4292-917C-679DC53976A3}">
      <dgm:prSet/>
      <dgm:spPr/>
      <dgm:t>
        <a:bodyPr/>
        <a:lstStyle/>
        <a:p>
          <a:endParaRPr lang="en-US"/>
        </a:p>
      </dgm:t>
    </dgm:pt>
    <dgm:pt modelId="{46812578-4711-4D4A-9966-7DD1E4F55C10}">
      <dgm:prSet phldrT="[Text]"/>
      <dgm:spPr/>
      <dgm:t>
        <a:bodyPr/>
        <a:lstStyle/>
        <a:p>
          <a:r>
            <a:rPr lang="en-US" dirty="0" smtClean="0"/>
            <a:t>CRM 4.0 (2007)</a:t>
          </a:r>
          <a:endParaRPr lang="en-US" dirty="0"/>
        </a:p>
      </dgm:t>
    </dgm:pt>
    <dgm:pt modelId="{E2BA4BE4-10F8-4924-B7EC-D17E1619837D}" type="parTrans" cxnId="{462B84D7-4446-4602-81FC-BE7D7112C74B}">
      <dgm:prSet/>
      <dgm:spPr/>
      <dgm:t>
        <a:bodyPr/>
        <a:lstStyle/>
        <a:p>
          <a:endParaRPr lang="en-US"/>
        </a:p>
      </dgm:t>
    </dgm:pt>
    <dgm:pt modelId="{49BB04C0-0D6B-4A04-9A3B-A111919FD9C3}" type="sibTrans" cxnId="{462B84D7-4446-4602-81FC-BE7D7112C74B}">
      <dgm:prSet/>
      <dgm:spPr/>
      <dgm:t>
        <a:bodyPr/>
        <a:lstStyle/>
        <a:p>
          <a:endParaRPr lang="en-US"/>
        </a:p>
      </dgm:t>
    </dgm:pt>
    <dgm:pt modelId="{E23E8288-3EA5-4527-9AB6-235794DB58B7}">
      <dgm:prSet phldrT="[Text]"/>
      <dgm:spPr/>
      <dgm:t>
        <a:bodyPr/>
        <a:lstStyle/>
        <a:p>
          <a:r>
            <a:rPr lang="en-US" dirty="0" smtClean="0"/>
            <a:t>Multi-tenancy, multi-language, multi-currency</a:t>
          </a:r>
          <a:endParaRPr lang="en-US" dirty="0"/>
        </a:p>
      </dgm:t>
    </dgm:pt>
    <dgm:pt modelId="{44F0DB50-5967-4C54-B41E-86D8AC9DC253}" type="parTrans" cxnId="{6A99EAD1-0BD0-4903-A458-CFA9125F389E}">
      <dgm:prSet/>
      <dgm:spPr/>
      <dgm:t>
        <a:bodyPr/>
        <a:lstStyle/>
        <a:p>
          <a:endParaRPr lang="en-US"/>
        </a:p>
      </dgm:t>
    </dgm:pt>
    <dgm:pt modelId="{D8B6D70A-9BF5-4024-958E-71101FD6CC44}" type="sibTrans" cxnId="{6A99EAD1-0BD0-4903-A458-CFA9125F389E}">
      <dgm:prSet/>
      <dgm:spPr/>
      <dgm:t>
        <a:bodyPr/>
        <a:lstStyle/>
        <a:p>
          <a:endParaRPr lang="en-US"/>
        </a:p>
      </dgm:t>
    </dgm:pt>
    <dgm:pt modelId="{221BE422-CFFC-4BB9-B90F-A5CF1145EE79}">
      <dgm:prSet phldrT="[Text]"/>
      <dgm:spPr/>
      <dgm:t>
        <a:bodyPr/>
        <a:lstStyle/>
        <a:p>
          <a:r>
            <a:rPr lang="en-US" dirty="0" smtClean="0"/>
            <a:t>Windows Workflow Foundation</a:t>
          </a:r>
          <a:endParaRPr lang="en-US" dirty="0"/>
        </a:p>
      </dgm:t>
    </dgm:pt>
    <dgm:pt modelId="{9A28313A-1A64-4774-A5F6-440D6B808414}" type="parTrans" cxnId="{D6BDA2A1-C5BB-420A-BD54-15733FF76380}">
      <dgm:prSet/>
      <dgm:spPr/>
      <dgm:t>
        <a:bodyPr/>
        <a:lstStyle/>
        <a:p>
          <a:endParaRPr lang="en-US"/>
        </a:p>
      </dgm:t>
    </dgm:pt>
    <dgm:pt modelId="{41F154BE-2120-4D11-832B-0E20C5BC374C}" type="sibTrans" cxnId="{D6BDA2A1-C5BB-420A-BD54-15733FF76380}">
      <dgm:prSet/>
      <dgm:spPr/>
      <dgm:t>
        <a:bodyPr/>
        <a:lstStyle/>
        <a:p>
          <a:endParaRPr lang="en-US"/>
        </a:p>
      </dgm:t>
    </dgm:pt>
    <dgm:pt modelId="{83DA4F04-08EF-43F1-B5B1-1363D26E6555}">
      <dgm:prSet phldrT="[Text]"/>
      <dgm:spPr/>
      <dgm:t>
        <a:bodyPr/>
        <a:lstStyle/>
        <a:p>
          <a:r>
            <a:rPr lang="en-US" dirty="0" smtClean="0"/>
            <a:t>CRM 2011</a:t>
          </a:r>
          <a:endParaRPr lang="en-US" dirty="0"/>
        </a:p>
      </dgm:t>
    </dgm:pt>
    <dgm:pt modelId="{5E4280BC-9E5C-4453-AF69-95CAFEE03B96}" type="parTrans" cxnId="{2437EE16-A8E1-4681-9CA6-9D83947996C1}">
      <dgm:prSet/>
      <dgm:spPr/>
      <dgm:t>
        <a:bodyPr/>
        <a:lstStyle/>
        <a:p>
          <a:endParaRPr lang="en-US"/>
        </a:p>
      </dgm:t>
    </dgm:pt>
    <dgm:pt modelId="{EDC9B762-0D5F-4762-B170-B1000BAD7557}" type="sibTrans" cxnId="{2437EE16-A8E1-4681-9CA6-9D83947996C1}">
      <dgm:prSet/>
      <dgm:spPr/>
      <dgm:t>
        <a:bodyPr/>
        <a:lstStyle/>
        <a:p>
          <a:endParaRPr lang="en-US"/>
        </a:p>
      </dgm:t>
    </dgm:pt>
    <dgm:pt modelId="{E869DC2A-B5CE-4139-BB1F-EE5078083820}">
      <dgm:prSet phldrT="[Text]"/>
      <dgm:spPr/>
      <dgm:t>
        <a:bodyPr/>
        <a:lstStyle/>
        <a:p>
          <a:r>
            <a:rPr lang="en-US" dirty="0" smtClean="0"/>
            <a:t>Charts &amp; dashboards</a:t>
          </a:r>
          <a:endParaRPr lang="en-US" dirty="0"/>
        </a:p>
      </dgm:t>
    </dgm:pt>
    <dgm:pt modelId="{81910382-7B26-43F9-BFDA-7838C63B7368}" type="parTrans" cxnId="{3A5E15B3-FAB8-4DD6-9301-67C33EA8DB6F}">
      <dgm:prSet/>
      <dgm:spPr/>
      <dgm:t>
        <a:bodyPr/>
        <a:lstStyle/>
        <a:p>
          <a:endParaRPr lang="en-US"/>
        </a:p>
      </dgm:t>
    </dgm:pt>
    <dgm:pt modelId="{618EC6BF-1474-487E-9E77-6DF80E5F11A2}" type="sibTrans" cxnId="{3A5E15B3-FAB8-4DD6-9301-67C33EA8DB6F}">
      <dgm:prSet/>
      <dgm:spPr/>
      <dgm:t>
        <a:bodyPr/>
        <a:lstStyle/>
        <a:p>
          <a:endParaRPr lang="en-US"/>
        </a:p>
      </dgm:t>
    </dgm:pt>
    <dgm:pt modelId="{A54A2081-4E7C-45A4-ABEA-FC41657ADAC4}">
      <dgm:prSet phldrT="[Text]"/>
      <dgm:spPr/>
      <dgm:t>
        <a:bodyPr/>
        <a:lstStyle/>
        <a:p>
          <a:r>
            <a:rPr lang="en-US" dirty="0" smtClean="0"/>
            <a:t>The Ribbon</a:t>
          </a:r>
          <a:endParaRPr lang="en-US" dirty="0"/>
        </a:p>
      </dgm:t>
    </dgm:pt>
    <dgm:pt modelId="{EF9C1394-7BE7-42FE-B855-30FCDF67DC48}" type="parTrans" cxnId="{CB6929EA-C229-4A88-89FC-FC12AAE6AF2D}">
      <dgm:prSet/>
      <dgm:spPr/>
      <dgm:t>
        <a:bodyPr/>
        <a:lstStyle/>
        <a:p>
          <a:endParaRPr lang="en-US"/>
        </a:p>
      </dgm:t>
    </dgm:pt>
    <dgm:pt modelId="{5BBBA8EB-C8B0-40A5-86DE-391EE4BC243A}" type="sibTrans" cxnId="{CB6929EA-C229-4A88-89FC-FC12AAE6AF2D}">
      <dgm:prSet/>
      <dgm:spPr/>
      <dgm:t>
        <a:bodyPr/>
        <a:lstStyle/>
        <a:p>
          <a:endParaRPr lang="en-US"/>
        </a:p>
      </dgm:t>
    </dgm:pt>
    <dgm:pt modelId="{8728A4B3-7CC6-450C-92E1-8948C8BC72AE}">
      <dgm:prSet phldrT="[Text]"/>
      <dgm:spPr/>
      <dgm:t>
        <a:bodyPr/>
        <a:lstStyle/>
        <a:p>
          <a:r>
            <a:rPr lang="en-US" dirty="0" smtClean="0"/>
            <a:t>Solution model</a:t>
          </a:r>
          <a:endParaRPr lang="en-US" dirty="0"/>
        </a:p>
      </dgm:t>
    </dgm:pt>
    <dgm:pt modelId="{2D511EB3-6E15-4FDB-BBF3-F6C778FD28E5}" type="parTrans" cxnId="{8F2CADBF-CB6A-42DC-82E8-F400D3DB9923}">
      <dgm:prSet/>
      <dgm:spPr/>
      <dgm:t>
        <a:bodyPr/>
        <a:lstStyle/>
        <a:p>
          <a:endParaRPr lang="en-US"/>
        </a:p>
      </dgm:t>
    </dgm:pt>
    <dgm:pt modelId="{F9F3E4A2-1F28-426C-8A33-8514C529D03B}" type="sibTrans" cxnId="{8F2CADBF-CB6A-42DC-82E8-F400D3DB9923}">
      <dgm:prSet/>
      <dgm:spPr/>
      <dgm:t>
        <a:bodyPr/>
        <a:lstStyle/>
        <a:p>
          <a:endParaRPr lang="en-US"/>
        </a:p>
      </dgm:t>
    </dgm:pt>
    <dgm:pt modelId="{EC94547F-3B3C-4A04-8EBC-8EA87169E288}">
      <dgm:prSet phldrT="[Text]"/>
      <dgm:spPr/>
      <dgm:t>
        <a:bodyPr/>
        <a:lstStyle/>
        <a:p>
          <a:r>
            <a:rPr lang="en-US" dirty="0" smtClean="0"/>
            <a:t>Native Outlook app</a:t>
          </a:r>
          <a:endParaRPr lang="en-US" dirty="0"/>
        </a:p>
      </dgm:t>
    </dgm:pt>
    <dgm:pt modelId="{E861F311-6EDC-4D5D-8C6D-A2B5495AC8BE}" type="parTrans" cxnId="{27703706-2A4E-4C30-ABA1-BE5970CA9673}">
      <dgm:prSet/>
      <dgm:spPr/>
      <dgm:t>
        <a:bodyPr/>
        <a:lstStyle/>
        <a:p>
          <a:endParaRPr lang="en-US"/>
        </a:p>
      </dgm:t>
    </dgm:pt>
    <dgm:pt modelId="{A72D6BF2-7041-4676-8DDB-B3FDB689A592}" type="sibTrans" cxnId="{27703706-2A4E-4C30-ABA1-BE5970CA9673}">
      <dgm:prSet/>
      <dgm:spPr/>
      <dgm:t>
        <a:bodyPr/>
        <a:lstStyle/>
        <a:p>
          <a:endParaRPr lang="en-US"/>
        </a:p>
      </dgm:t>
    </dgm:pt>
    <dgm:pt modelId="{0DE6A2F3-6C25-4DA4-ADD4-849BF72D80FB}">
      <dgm:prSet phldrT="[Text]"/>
      <dgm:spPr/>
      <dgm:t>
        <a:bodyPr/>
        <a:lstStyle/>
        <a:p>
          <a:r>
            <a:rPr lang="en-US" dirty="0" smtClean="0"/>
            <a:t>SSRS reporting</a:t>
          </a:r>
          <a:endParaRPr lang="en-US" dirty="0"/>
        </a:p>
      </dgm:t>
    </dgm:pt>
    <dgm:pt modelId="{9635C981-CE24-4554-88A9-70FF39BC7CA9}" type="parTrans" cxnId="{CA0787DE-A7F4-43FD-84E1-4B5275B15F71}">
      <dgm:prSet/>
      <dgm:spPr/>
      <dgm:t>
        <a:bodyPr/>
        <a:lstStyle/>
        <a:p>
          <a:endParaRPr lang="en-US"/>
        </a:p>
      </dgm:t>
    </dgm:pt>
    <dgm:pt modelId="{073C574F-6883-4983-B866-12D86FFFFA3D}" type="sibTrans" cxnId="{CA0787DE-A7F4-43FD-84E1-4B5275B15F71}">
      <dgm:prSet/>
      <dgm:spPr/>
      <dgm:t>
        <a:bodyPr/>
        <a:lstStyle/>
        <a:p>
          <a:endParaRPr lang="en-US"/>
        </a:p>
      </dgm:t>
    </dgm:pt>
    <dgm:pt modelId="{0F99C9DE-B86E-4516-BF52-61E63F7F0964}">
      <dgm:prSet phldrT="[Text]"/>
      <dgm:spPr/>
      <dgm:t>
        <a:bodyPr/>
        <a:lstStyle/>
        <a:p>
          <a:r>
            <a:rPr lang="en-US" dirty="0" smtClean="0"/>
            <a:t>From callouts to plugins</a:t>
          </a:r>
          <a:endParaRPr lang="en-US" dirty="0"/>
        </a:p>
      </dgm:t>
    </dgm:pt>
    <dgm:pt modelId="{100FC91F-1D9F-488E-8913-4C8A16D0C663}" type="parTrans" cxnId="{99FBBCDE-9138-4725-BAF9-FA5EB7ABE570}">
      <dgm:prSet/>
      <dgm:spPr/>
      <dgm:t>
        <a:bodyPr/>
        <a:lstStyle/>
        <a:p>
          <a:endParaRPr lang="en-US"/>
        </a:p>
      </dgm:t>
    </dgm:pt>
    <dgm:pt modelId="{348B6DD3-D346-41A6-9F7D-57AE9E51186A}" type="sibTrans" cxnId="{99FBBCDE-9138-4725-BAF9-FA5EB7ABE570}">
      <dgm:prSet/>
      <dgm:spPr/>
      <dgm:t>
        <a:bodyPr/>
        <a:lstStyle/>
        <a:p>
          <a:endParaRPr lang="en-US"/>
        </a:p>
      </dgm:t>
    </dgm:pt>
    <dgm:pt modelId="{56E0E0A9-23B1-4877-A7BA-252D19CE1DA9}">
      <dgm:prSet phldrT="[Text]"/>
      <dgm:spPr/>
      <dgm:t>
        <a:bodyPr/>
        <a:lstStyle/>
        <a:p>
          <a:r>
            <a:rPr lang="en-US" dirty="0" smtClean="0"/>
            <a:t>Report Wizard</a:t>
          </a:r>
          <a:endParaRPr lang="en-US" dirty="0"/>
        </a:p>
      </dgm:t>
    </dgm:pt>
    <dgm:pt modelId="{9E335DF1-827B-413B-82B0-253851099825}" type="parTrans" cxnId="{B8DE7504-99A5-4905-9832-CD3AC7FBEDA9}">
      <dgm:prSet/>
      <dgm:spPr/>
      <dgm:t>
        <a:bodyPr/>
        <a:lstStyle/>
        <a:p>
          <a:endParaRPr lang="en-US"/>
        </a:p>
      </dgm:t>
    </dgm:pt>
    <dgm:pt modelId="{CF4CDE87-4490-4689-9379-4E186D2541EA}" type="sibTrans" cxnId="{B8DE7504-99A5-4905-9832-CD3AC7FBEDA9}">
      <dgm:prSet/>
      <dgm:spPr/>
      <dgm:t>
        <a:bodyPr/>
        <a:lstStyle/>
        <a:p>
          <a:endParaRPr lang="en-US"/>
        </a:p>
      </dgm:t>
    </dgm:pt>
    <dgm:pt modelId="{AC30C980-1CDE-4D68-A36D-64FC56EA0CEA}">
      <dgm:prSet phldrT="[Text]"/>
      <dgm:spPr/>
      <dgm:t>
        <a:bodyPr/>
        <a:lstStyle/>
        <a:p>
          <a:r>
            <a:rPr lang="en-US" dirty="0" smtClean="0"/>
            <a:t>Form subgrids, web resources, goal management, dialogs</a:t>
          </a:r>
          <a:endParaRPr lang="en-US" dirty="0"/>
        </a:p>
      </dgm:t>
    </dgm:pt>
    <dgm:pt modelId="{2C2B6C63-573C-4E9A-BB22-E6E0C10DDC7F}" type="parTrans" cxnId="{526936AE-F21E-4AF5-9016-55270C77E86C}">
      <dgm:prSet/>
      <dgm:spPr/>
      <dgm:t>
        <a:bodyPr/>
        <a:lstStyle/>
        <a:p>
          <a:endParaRPr lang="en-US"/>
        </a:p>
      </dgm:t>
    </dgm:pt>
    <dgm:pt modelId="{6382BB27-3447-4923-9059-6904C8186327}" type="sibTrans" cxnId="{526936AE-F21E-4AF5-9016-55270C77E86C}">
      <dgm:prSet/>
      <dgm:spPr/>
      <dgm:t>
        <a:bodyPr/>
        <a:lstStyle/>
        <a:p>
          <a:endParaRPr lang="en-US"/>
        </a:p>
      </dgm:t>
    </dgm:pt>
    <dgm:pt modelId="{F24084F3-B1BB-4AEB-BA4D-334E72752BE1}" type="pres">
      <dgm:prSet presAssocID="{174A23B4-D5B5-442F-83D4-16897C7EE44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04020E1-288D-43A5-84F6-4A667A298038}" type="pres">
      <dgm:prSet presAssocID="{2728A5B1-101C-4682-AB93-A03CCFC81F16}" presName="composite" presStyleCnt="0"/>
      <dgm:spPr/>
    </dgm:pt>
    <dgm:pt modelId="{695D1467-9652-4C5F-ACCA-1BA7B383121B}" type="pres">
      <dgm:prSet presAssocID="{2728A5B1-101C-4682-AB93-A03CCFC81F16}" presName="imagSh" presStyleLbl="b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</dgm:spPr>
      <dgm:t>
        <a:bodyPr/>
        <a:lstStyle/>
        <a:p>
          <a:endParaRPr lang="en-US"/>
        </a:p>
      </dgm:t>
    </dgm:pt>
    <dgm:pt modelId="{6D0C4DC0-0CF3-49B6-8C3E-F8E22929A74B}" type="pres">
      <dgm:prSet presAssocID="{2728A5B1-101C-4682-AB93-A03CCFC81F16}" presName="tx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FFE8D8-A7C4-4995-B55E-B664101FDC44}" type="pres">
      <dgm:prSet presAssocID="{BA72830A-83F3-4ADE-96F4-22FC4FE567AE}" presName="sibTrans" presStyleLbl="sibTrans2D1" presStyleIdx="0" presStyleCnt="3"/>
      <dgm:spPr/>
      <dgm:t>
        <a:bodyPr/>
        <a:lstStyle/>
        <a:p>
          <a:endParaRPr lang="en-US"/>
        </a:p>
      </dgm:t>
    </dgm:pt>
    <dgm:pt modelId="{1A7C1E80-0549-40CD-9B67-F94A160AA89A}" type="pres">
      <dgm:prSet presAssocID="{BA72830A-83F3-4ADE-96F4-22FC4FE567AE}" presName="connTx" presStyleLbl="sibTrans2D1" presStyleIdx="0" presStyleCnt="3"/>
      <dgm:spPr/>
      <dgm:t>
        <a:bodyPr/>
        <a:lstStyle/>
        <a:p>
          <a:endParaRPr lang="en-US"/>
        </a:p>
      </dgm:t>
    </dgm:pt>
    <dgm:pt modelId="{79D71293-B755-45A4-A8D3-60D6B978605D}" type="pres">
      <dgm:prSet presAssocID="{357EE355-6937-4790-B37D-CDFFA61B5901}" presName="composite" presStyleCnt="0"/>
      <dgm:spPr/>
    </dgm:pt>
    <dgm:pt modelId="{D0CE161C-07A6-4602-BDEC-A33EF0062EE8}" type="pres">
      <dgm:prSet presAssocID="{357EE355-6937-4790-B37D-CDFFA61B5901}" presName="imagSh" presStyleLbl="b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en-US"/>
        </a:p>
      </dgm:t>
    </dgm:pt>
    <dgm:pt modelId="{1DA2DEAF-DB58-496D-A8D7-88955BD63066}" type="pres">
      <dgm:prSet presAssocID="{357EE355-6937-4790-B37D-CDFFA61B5901}" presName="tx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7558DF-BDCD-4E6C-B3F0-3F4B49138FAE}" type="pres">
      <dgm:prSet presAssocID="{B667C650-8A34-4129-BBB9-B6F2213C48A7}" presName="sibTrans" presStyleLbl="sibTrans2D1" presStyleIdx="1" presStyleCnt="3"/>
      <dgm:spPr/>
      <dgm:t>
        <a:bodyPr/>
        <a:lstStyle/>
        <a:p>
          <a:endParaRPr lang="en-US"/>
        </a:p>
      </dgm:t>
    </dgm:pt>
    <dgm:pt modelId="{210D7427-649E-40F3-A4C0-647945D9E90B}" type="pres">
      <dgm:prSet presAssocID="{B667C650-8A34-4129-BBB9-B6F2213C48A7}" presName="connTx" presStyleLbl="sibTrans2D1" presStyleIdx="1" presStyleCnt="3"/>
      <dgm:spPr/>
      <dgm:t>
        <a:bodyPr/>
        <a:lstStyle/>
        <a:p>
          <a:endParaRPr lang="en-US"/>
        </a:p>
      </dgm:t>
    </dgm:pt>
    <dgm:pt modelId="{223D91C0-2AF2-4A09-B931-48BE3BA7C9C7}" type="pres">
      <dgm:prSet presAssocID="{46812578-4711-4D4A-9966-7DD1E4F55C10}" presName="composite" presStyleCnt="0"/>
      <dgm:spPr/>
    </dgm:pt>
    <dgm:pt modelId="{2C1FDE2A-6503-48C0-9C82-DA5077BBAB75}" type="pres">
      <dgm:prSet presAssocID="{46812578-4711-4D4A-9966-7DD1E4F55C10}" presName="imagSh" presStyleLbl="b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</dgm:spPr>
      <dgm:t>
        <a:bodyPr/>
        <a:lstStyle/>
        <a:p>
          <a:endParaRPr lang="en-US"/>
        </a:p>
      </dgm:t>
    </dgm:pt>
    <dgm:pt modelId="{DB08433A-8959-474B-8AE4-078522A10406}" type="pres">
      <dgm:prSet presAssocID="{46812578-4711-4D4A-9966-7DD1E4F55C10}" presName="tx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DDADA4-2EBF-4856-B93A-8DA1BA772C6A}" type="pres">
      <dgm:prSet presAssocID="{49BB04C0-0D6B-4A04-9A3B-A111919FD9C3}" presName="sibTrans" presStyleLbl="sibTrans2D1" presStyleIdx="2" presStyleCnt="3"/>
      <dgm:spPr/>
      <dgm:t>
        <a:bodyPr/>
        <a:lstStyle/>
        <a:p>
          <a:endParaRPr lang="en-US"/>
        </a:p>
      </dgm:t>
    </dgm:pt>
    <dgm:pt modelId="{2EE49ED9-DC28-4A25-B96C-9516FB6399B0}" type="pres">
      <dgm:prSet presAssocID="{49BB04C0-0D6B-4A04-9A3B-A111919FD9C3}" presName="connTx" presStyleLbl="sibTrans2D1" presStyleIdx="2" presStyleCnt="3"/>
      <dgm:spPr/>
      <dgm:t>
        <a:bodyPr/>
        <a:lstStyle/>
        <a:p>
          <a:endParaRPr lang="en-US"/>
        </a:p>
      </dgm:t>
    </dgm:pt>
    <dgm:pt modelId="{B3824BDA-56E3-4798-85B0-2E02EF28FF9C}" type="pres">
      <dgm:prSet presAssocID="{83DA4F04-08EF-43F1-B5B1-1363D26E6555}" presName="composite" presStyleCnt="0"/>
      <dgm:spPr/>
    </dgm:pt>
    <dgm:pt modelId="{82036DC1-081A-49D0-9587-B670F78E8B33}" type="pres">
      <dgm:prSet presAssocID="{83DA4F04-08EF-43F1-B5B1-1363D26E6555}" presName="imagSh" presStyleLbl="b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</dgm:spPr>
      <dgm:t>
        <a:bodyPr/>
        <a:lstStyle/>
        <a:p>
          <a:endParaRPr lang="en-US"/>
        </a:p>
      </dgm:t>
    </dgm:pt>
    <dgm:pt modelId="{0A7170A6-3013-4A8E-AC75-D4DCF1C4B62F}" type="pres">
      <dgm:prSet presAssocID="{83DA4F04-08EF-43F1-B5B1-1363D26E6555}" presName="tx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6742194-CFE1-4679-8914-1EE8025E63D8}" type="presOf" srcId="{BA72830A-83F3-4ADE-96F4-22FC4FE567AE}" destId="{1A7C1E80-0549-40CD-9B67-F94A160AA89A}" srcOrd="1" destOrd="0" presId="urn:microsoft.com/office/officeart/2005/8/layout/hProcess10"/>
    <dgm:cxn modelId="{10935E3C-1FE5-4292-917C-679DC53976A3}" srcId="{357EE355-6937-4790-B37D-CDFFA61B5901}" destId="{DB15DC47-9A22-4E76-9F90-57AB8028CC33}" srcOrd="1" destOrd="0" parTransId="{D1744BEA-B58F-4D28-A1C0-8BBC683B2A89}" sibTransId="{8828A347-7BE5-4024-81FB-4E5B92AA4D84}"/>
    <dgm:cxn modelId="{5F052AC9-F7B2-4E9A-BC1B-DAFAF769940A}" type="presOf" srcId="{49BB04C0-0D6B-4A04-9A3B-A111919FD9C3}" destId="{2EE49ED9-DC28-4A25-B96C-9516FB6399B0}" srcOrd="1" destOrd="0" presId="urn:microsoft.com/office/officeart/2005/8/layout/hProcess10"/>
    <dgm:cxn modelId="{D2E62257-46AC-401F-A54B-D369BFB1FFDE}" type="presOf" srcId="{A54A2081-4E7C-45A4-ABEA-FC41657ADAC4}" destId="{0A7170A6-3013-4A8E-AC75-D4DCF1C4B62F}" srcOrd="0" destOrd="2" presId="urn:microsoft.com/office/officeart/2005/8/layout/hProcess10"/>
    <dgm:cxn modelId="{0CE63025-560E-42D5-94D7-7A5F6DDA6AE2}" type="presOf" srcId="{49BB04C0-0D6B-4A04-9A3B-A111919FD9C3}" destId="{DCDDADA4-2EBF-4856-B93A-8DA1BA772C6A}" srcOrd="0" destOrd="0" presId="urn:microsoft.com/office/officeart/2005/8/layout/hProcess10"/>
    <dgm:cxn modelId="{F71E4822-19D7-42E2-92B6-161419CFADC1}" type="presOf" srcId="{3B1AA9FE-7551-4426-86FA-6BE1A55B28E9}" destId="{1DA2DEAF-DB58-496D-A8D7-88955BD63066}" srcOrd="0" destOrd="1" presId="urn:microsoft.com/office/officeart/2005/8/layout/hProcess10"/>
    <dgm:cxn modelId="{8F2CADBF-CB6A-42DC-82E8-F400D3DB9923}" srcId="{83DA4F04-08EF-43F1-B5B1-1363D26E6555}" destId="{8728A4B3-7CC6-450C-92E1-8948C8BC72AE}" srcOrd="2" destOrd="0" parTransId="{2D511EB3-6E15-4FDB-BBF3-F6C778FD28E5}" sibTransId="{F9F3E4A2-1F28-426C-8A33-8514C529D03B}"/>
    <dgm:cxn modelId="{325AC3AD-0381-4AAC-A7BB-F0E9B8524AB9}" type="presOf" srcId="{174A23B4-D5B5-442F-83D4-16897C7EE441}" destId="{F24084F3-B1BB-4AEB-BA4D-334E72752BE1}" srcOrd="0" destOrd="0" presId="urn:microsoft.com/office/officeart/2005/8/layout/hProcess10"/>
    <dgm:cxn modelId="{D6BDA2A1-C5BB-420A-BD54-15733FF76380}" srcId="{46812578-4711-4D4A-9966-7DD1E4F55C10}" destId="{221BE422-CFFC-4BB9-B90F-A5CF1145EE79}" srcOrd="1" destOrd="0" parTransId="{9A28313A-1A64-4774-A5F6-440D6B808414}" sibTransId="{41F154BE-2120-4D11-832B-0E20C5BC374C}"/>
    <dgm:cxn modelId="{2437EE16-A8E1-4681-9CA6-9D83947996C1}" srcId="{174A23B4-D5B5-442F-83D4-16897C7EE441}" destId="{83DA4F04-08EF-43F1-B5B1-1363D26E6555}" srcOrd="3" destOrd="0" parTransId="{5E4280BC-9E5C-4453-AF69-95CAFEE03B96}" sibTransId="{EDC9B762-0D5F-4762-B170-B1000BAD7557}"/>
    <dgm:cxn modelId="{CA0787DE-A7F4-43FD-84E1-4B5275B15F71}" srcId="{357EE355-6937-4790-B37D-CDFFA61B5901}" destId="{0DE6A2F3-6C25-4DA4-ADD4-849BF72D80FB}" srcOrd="2" destOrd="0" parTransId="{9635C981-CE24-4554-88A9-70FF39BC7CA9}" sibTransId="{073C574F-6883-4983-B866-12D86FFFFA3D}"/>
    <dgm:cxn modelId="{019BBC90-B907-4900-93D9-5C078DF3B5DC}" type="presOf" srcId="{DB15DC47-9A22-4E76-9F90-57AB8028CC33}" destId="{1DA2DEAF-DB58-496D-A8D7-88955BD63066}" srcOrd="0" destOrd="2" presId="urn:microsoft.com/office/officeart/2005/8/layout/hProcess10"/>
    <dgm:cxn modelId="{1DC4E601-C54C-41B4-AB63-2C72A74F6FFD}" type="presOf" srcId="{221BE422-CFFC-4BB9-B90F-A5CF1145EE79}" destId="{DB08433A-8959-474B-8AE4-078522A10406}" srcOrd="0" destOrd="2" presId="urn:microsoft.com/office/officeart/2005/8/layout/hProcess10"/>
    <dgm:cxn modelId="{E2BECC97-7570-49AF-830E-1F411C1142A9}" srcId="{357EE355-6937-4790-B37D-CDFFA61B5901}" destId="{3B1AA9FE-7551-4426-86FA-6BE1A55B28E9}" srcOrd="0" destOrd="0" parTransId="{44EFF44C-B1FD-43EA-8965-A57C571EAFAA}" sibTransId="{EFB1C505-F67E-4430-A10A-FF905915B53F}"/>
    <dgm:cxn modelId="{34D9FD23-441E-4DF6-9DD2-7BA2E8DFDE97}" type="presOf" srcId="{56E0E0A9-23B1-4877-A7BA-252D19CE1DA9}" destId="{DB08433A-8959-474B-8AE4-078522A10406}" srcOrd="0" destOrd="4" presId="urn:microsoft.com/office/officeart/2005/8/layout/hProcess10"/>
    <dgm:cxn modelId="{A5FC5186-8F7C-4831-BAC6-4E85D197CF65}" type="presOf" srcId="{E869DC2A-B5CE-4139-BB1F-EE5078083820}" destId="{0A7170A6-3013-4A8E-AC75-D4DCF1C4B62F}" srcOrd="0" destOrd="1" presId="urn:microsoft.com/office/officeart/2005/8/layout/hProcess10"/>
    <dgm:cxn modelId="{CB6929EA-C229-4A88-89FC-FC12AAE6AF2D}" srcId="{83DA4F04-08EF-43F1-B5B1-1363D26E6555}" destId="{A54A2081-4E7C-45A4-ABEA-FC41657ADAC4}" srcOrd="1" destOrd="0" parTransId="{EF9C1394-7BE7-42FE-B855-30FCDF67DC48}" sibTransId="{5BBBA8EB-C8B0-40A5-86DE-391EE4BC243A}"/>
    <dgm:cxn modelId="{C5FD263A-07B4-4964-A524-2AE26478AE48}" type="presOf" srcId="{BA72830A-83F3-4ADE-96F4-22FC4FE567AE}" destId="{29FFE8D8-A7C4-4995-B55E-B664101FDC44}" srcOrd="0" destOrd="0" presId="urn:microsoft.com/office/officeart/2005/8/layout/hProcess10"/>
    <dgm:cxn modelId="{FA9A4FCC-31C0-467E-8045-DC1AE2E2D9BF}" type="presOf" srcId="{46812578-4711-4D4A-9966-7DD1E4F55C10}" destId="{DB08433A-8959-474B-8AE4-078522A10406}" srcOrd="0" destOrd="0" presId="urn:microsoft.com/office/officeart/2005/8/layout/hProcess10"/>
    <dgm:cxn modelId="{526936AE-F21E-4AF5-9016-55270C77E86C}" srcId="{83DA4F04-08EF-43F1-B5B1-1363D26E6555}" destId="{AC30C980-1CDE-4D68-A36D-64FC56EA0CEA}" srcOrd="4" destOrd="0" parTransId="{2C2B6C63-573C-4E9A-BB22-E6E0C10DDC7F}" sibTransId="{6382BB27-3447-4923-9059-6904C8186327}"/>
    <dgm:cxn modelId="{99FBBCDE-9138-4725-BAF9-FA5EB7ABE570}" srcId="{46812578-4711-4D4A-9966-7DD1E4F55C10}" destId="{0F99C9DE-B86E-4516-BF52-61E63F7F0964}" srcOrd="2" destOrd="0" parTransId="{100FC91F-1D9F-488E-8913-4C8A16D0C663}" sibTransId="{348B6DD3-D346-41A6-9F7D-57AE9E51186A}"/>
    <dgm:cxn modelId="{3A5E15B3-FAB8-4DD6-9301-67C33EA8DB6F}" srcId="{83DA4F04-08EF-43F1-B5B1-1363D26E6555}" destId="{E869DC2A-B5CE-4139-BB1F-EE5078083820}" srcOrd="0" destOrd="0" parTransId="{81910382-7B26-43F9-BFDA-7838C63B7368}" sibTransId="{618EC6BF-1474-487E-9E77-6DF80E5F11A2}"/>
    <dgm:cxn modelId="{B8DE7504-99A5-4905-9832-CD3AC7FBEDA9}" srcId="{46812578-4711-4D4A-9966-7DD1E4F55C10}" destId="{56E0E0A9-23B1-4877-A7BA-252D19CE1DA9}" srcOrd="3" destOrd="0" parTransId="{9E335DF1-827B-413B-82B0-253851099825}" sibTransId="{CF4CDE87-4490-4689-9379-4E186D2541EA}"/>
    <dgm:cxn modelId="{7FA94808-1A5A-4435-B8C5-EBD0A75C426B}" type="presOf" srcId="{B667C650-8A34-4129-BBB9-B6F2213C48A7}" destId="{D47558DF-BDCD-4E6C-B3F0-3F4B49138FAE}" srcOrd="0" destOrd="0" presId="urn:microsoft.com/office/officeart/2005/8/layout/hProcess10"/>
    <dgm:cxn modelId="{7692E5A8-F458-4A30-B9F6-6866BFF5A0ED}" type="presOf" srcId="{AC30C980-1CDE-4D68-A36D-64FC56EA0CEA}" destId="{0A7170A6-3013-4A8E-AC75-D4DCF1C4B62F}" srcOrd="0" destOrd="5" presId="urn:microsoft.com/office/officeart/2005/8/layout/hProcess10"/>
    <dgm:cxn modelId="{EDF5562B-BC8B-425C-85D7-BFAE59C4475C}" type="presOf" srcId="{B667C650-8A34-4129-BBB9-B6F2213C48A7}" destId="{210D7427-649E-40F3-A4C0-647945D9E90B}" srcOrd="1" destOrd="0" presId="urn:microsoft.com/office/officeart/2005/8/layout/hProcess10"/>
    <dgm:cxn modelId="{103C4F9D-DA74-4F51-8323-E353E88C3DB8}" type="presOf" srcId="{83DA4F04-08EF-43F1-B5B1-1363D26E6555}" destId="{0A7170A6-3013-4A8E-AC75-D4DCF1C4B62F}" srcOrd="0" destOrd="0" presId="urn:microsoft.com/office/officeart/2005/8/layout/hProcess10"/>
    <dgm:cxn modelId="{42CB5E12-2689-4FEC-BE88-334BE3F9F6C0}" type="presOf" srcId="{0F99C9DE-B86E-4516-BF52-61E63F7F0964}" destId="{DB08433A-8959-474B-8AE4-078522A10406}" srcOrd="0" destOrd="3" presId="urn:microsoft.com/office/officeart/2005/8/layout/hProcess10"/>
    <dgm:cxn modelId="{661777EC-87F9-484E-9D20-2A67E9774214}" srcId="{2728A5B1-101C-4682-AB93-A03CCFC81F16}" destId="{D32FDC8B-D5A5-454E-935B-DDA3D2D57737}" srcOrd="0" destOrd="0" parTransId="{A32D0612-D7BA-42A5-84F8-E5019F18BD8C}" sibTransId="{6CD246DF-D69A-424A-B89E-BFB841A1A16E}"/>
    <dgm:cxn modelId="{111BFDAD-75B0-4633-A625-674D4FBFDDFC}" type="presOf" srcId="{D32FDC8B-D5A5-454E-935B-DDA3D2D57737}" destId="{6D0C4DC0-0CF3-49B6-8C3E-F8E22929A74B}" srcOrd="0" destOrd="1" presId="urn:microsoft.com/office/officeart/2005/8/layout/hProcess10"/>
    <dgm:cxn modelId="{A4E23BF4-31F8-4927-A844-DA7B4DCE8F40}" srcId="{2728A5B1-101C-4682-AB93-A03CCFC81F16}" destId="{2B3402DF-1937-436C-9DEB-64C8C8D458D8}" srcOrd="1" destOrd="0" parTransId="{1F299980-B5F3-4B7E-BEED-1172BA876F28}" sibTransId="{41DC984C-FCF8-40F1-B9D5-3285065D1599}"/>
    <dgm:cxn modelId="{3C1A8BF3-652B-44AD-A785-3C0757985547}" type="presOf" srcId="{2728A5B1-101C-4682-AB93-A03CCFC81F16}" destId="{6D0C4DC0-0CF3-49B6-8C3E-F8E22929A74B}" srcOrd="0" destOrd="0" presId="urn:microsoft.com/office/officeart/2005/8/layout/hProcess10"/>
    <dgm:cxn modelId="{6A99EAD1-0BD0-4903-A458-CFA9125F389E}" srcId="{46812578-4711-4D4A-9966-7DD1E4F55C10}" destId="{E23E8288-3EA5-4527-9AB6-235794DB58B7}" srcOrd="0" destOrd="0" parTransId="{44F0DB50-5967-4C54-B41E-86D8AC9DC253}" sibTransId="{D8B6D70A-9BF5-4024-958E-71101FD6CC44}"/>
    <dgm:cxn modelId="{06D73B06-68A9-4C39-A87F-E9B5E281C033}" type="presOf" srcId="{EC94547F-3B3C-4A04-8EBC-8EA87169E288}" destId="{0A7170A6-3013-4A8E-AC75-D4DCF1C4B62F}" srcOrd="0" destOrd="4" presId="urn:microsoft.com/office/officeart/2005/8/layout/hProcess10"/>
    <dgm:cxn modelId="{080390D0-AE84-4507-8A9A-97A69D549603}" srcId="{174A23B4-D5B5-442F-83D4-16897C7EE441}" destId="{357EE355-6937-4790-B37D-CDFFA61B5901}" srcOrd="1" destOrd="0" parTransId="{41F93413-CCBA-48C7-9F98-587040EE71BD}" sibTransId="{B667C650-8A34-4129-BBB9-B6F2213C48A7}"/>
    <dgm:cxn modelId="{1F2A17C6-3DBA-4167-9B44-6E56853BA834}" srcId="{174A23B4-D5B5-442F-83D4-16897C7EE441}" destId="{2728A5B1-101C-4682-AB93-A03CCFC81F16}" srcOrd="0" destOrd="0" parTransId="{09A31FFE-550F-4292-9392-EC171E904FB4}" sibTransId="{BA72830A-83F3-4ADE-96F4-22FC4FE567AE}"/>
    <dgm:cxn modelId="{4F1002AC-9609-4A73-8BA5-3797559D9CDC}" type="presOf" srcId="{8728A4B3-7CC6-450C-92E1-8948C8BC72AE}" destId="{0A7170A6-3013-4A8E-AC75-D4DCF1C4B62F}" srcOrd="0" destOrd="3" presId="urn:microsoft.com/office/officeart/2005/8/layout/hProcess10"/>
    <dgm:cxn modelId="{EE9C16FF-E005-445A-AAAE-27A47E8DF034}" type="presOf" srcId="{357EE355-6937-4790-B37D-CDFFA61B5901}" destId="{1DA2DEAF-DB58-496D-A8D7-88955BD63066}" srcOrd="0" destOrd="0" presId="urn:microsoft.com/office/officeart/2005/8/layout/hProcess10"/>
    <dgm:cxn modelId="{62C1DBDB-6954-45D2-9279-343C32E53F0A}" type="presOf" srcId="{2B3402DF-1937-436C-9DEB-64C8C8D458D8}" destId="{6D0C4DC0-0CF3-49B6-8C3E-F8E22929A74B}" srcOrd="0" destOrd="2" presId="urn:microsoft.com/office/officeart/2005/8/layout/hProcess10"/>
    <dgm:cxn modelId="{620305C1-1879-4327-8CD4-BC89BD22A0ED}" type="presOf" srcId="{E23E8288-3EA5-4527-9AB6-235794DB58B7}" destId="{DB08433A-8959-474B-8AE4-078522A10406}" srcOrd="0" destOrd="1" presId="urn:microsoft.com/office/officeart/2005/8/layout/hProcess10"/>
    <dgm:cxn modelId="{4C8DE3F5-B95F-4E54-B160-A22D3194631B}" type="presOf" srcId="{0DE6A2F3-6C25-4DA4-ADD4-849BF72D80FB}" destId="{1DA2DEAF-DB58-496D-A8D7-88955BD63066}" srcOrd="0" destOrd="3" presId="urn:microsoft.com/office/officeart/2005/8/layout/hProcess10"/>
    <dgm:cxn modelId="{462B84D7-4446-4602-81FC-BE7D7112C74B}" srcId="{174A23B4-D5B5-442F-83D4-16897C7EE441}" destId="{46812578-4711-4D4A-9966-7DD1E4F55C10}" srcOrd="2" destOrd="0" parTransId="{E2BA4BE4-10F8-4924-B7EC-D17E1619837D}" sibTransId="{49BB04C0-0D6B-4A04-9A3B-A111919FD9C3}"/>
    <dgm:cxn modelId="{27703706-2A4E-4C30-ABA1-BE5970CA9673}" srcId="{83DA4F04-08EF-43F1-B5B1-1363D26E6555}" destId="{EC94547F-3B3C-4A04-8EBC-8EA87169E288}" srcOrd="3" destOrd="0" parTransId="{E861F311-6EDC-4D5D-8C6D-A2B5495AC8BE}" sibTransId="{A72D6BF2-7041-4676-8DDB-B3FDB689A592}"/>
    <dgm:cxn modelId="{32A148AD-D781-4B9A-ACB0-9E150E35349F}" type="presParOf" srcId="{F24084F3-B1BB-4AEB-BA4D-334E72752BE1}" destId="{804020E1-288D-43A5-84F6-4A667A298038}" srcOrd="0" destOrd="0" presId="urn:microsoft.com/office/officeart/2005/8/layout/hProcess10"/>
    <dgm:cxn modelId="{AECC55B2-0E8B-41F8-AC00-7639B1BF352A}" type="presParOf" srcId="{804020E1-288D-43A5-84F6-4A667A298038}" destId="{695D1467-9652-4C5F-ACCA-1BA7B383121B}" srcOrd="0" destOrd="0" presId="urn:microsoft.com/office/officeart/2005/8/layout/hProcess10"/>
    <dgm:cxn modelId="{C407238B-D162-477D-94EF-9292B604C3F8}" type="presParOf" srcId="{804020E1-288D-43A5-84F6-4A667A298038}" destId="{6D0C4DC0-0CF3-49B6-8C3E-F8E22929A74B}" srcOrd="1" destOrd="0" presId="urn:microsoft.com/office/officeart/2005/8/layout/hProcess10"/>
    <dgm:cxn modelId="{EA5FC111-DE21-4D47-B1F1-BE82D806F14B}" type="presParOf" srcId="{F24084F3-B1BB-4AEB-BA4D-334E72752BE1}" destId="{29FFE8D8-A7C4-4995-B55E-B664101FDC44}" srcOrd="1" destOrd="0" presId="urn:microsoft.com/office/officeart/2005/8/layout/hProcess10"/>
    <dgm:cxn modelId="{999D3DDD-2111-479C-9C96-8B4A5B1ED5A0}" type="presParOf" srcId="{29FFE8D8-A7C4-4995-B55E-B664101FDC44}" destId="{1A7C1E80-0549-40CD-9B67-F94A160AA89A}" srcOrd="0" destOrd="0" presId="urn:microsoft.com/office/officeart/2005/8/layout/hProcess10"/>
    <dgm:cxn modelId="{E0C6F7C5-8829-4BDD-8E5C-47E968C31DE9}" type="presParOf" srcId="{F24084F3-B1BB-4AEB-BA4D-334E72752BE1}" destId="{79D71293-B755-45A4-A8D3-60D6B978605D}" srcOrd="2" destOrd="0" presId="urn:microsoft.com/office/officeart/2005/8/layout/hProcess10"/>
    <dgm:cxn modelId="{7283B28D-0E71-45D8-A757-E2139E2DDB52}" type="presParOf" srcId="{79D71293-B755-45A4-A8D3-60D6B978605D}" destId="{D0CE161C-07A6-4602-BDEC-A33EF0062EE8}" srcOrd="0" destOrd="0" presId="urn:microsoft.com/office/officeart/2005/8/layout/hProcess10"/>
    <dgm:cxn modelId="{5BB0B8E6-8DF6-48E7-A47E-32FE66A4D456}" type="presParOf" srcId="{79D71293-B755-45A4-A8D3-60D6B978605D}" destId="{1DA2DEAF-DB58-496D-A8D7-88955BD63066}" srcOrd="1" destOrd="0" presId="urn:microsoft.com/office/officeart/2005/8/layout/hProcess10"/>
    <dgm:cxn modelId="{EA96DB7E-5687-4F9F-86C2-FF2012E04B42}" type="presParOf" srcId="{F24084F3-B1BB-4AEB-BA4D-334E72752BE1}" destId="{D47558DF-BDCD-4E6C-B3F0-3F4B49138FAE}" srcOrd="3" destOrd="0" presId="urn:microsoft.com/office/officeart/2005/8/layout/hProcess10"/>
    <dgm:cxn modelId="{4CD03B8C-6E61-4A6B-BCCA-C65C934FA34A}" type="presParOf" srcId="{D47558DF-BDCD-4E6C-B3F0-3F4B49138FAE}" destId="{210D7427-649E-40F3-A4C0-647945D9E90B}" srcOrd="0" destOrd="0" presId="urn:microsoft.com/office/officeart/2005/8/layout/hProcess10"/>
    <dgm:cxn modelId="{BE0BDE02-1E78-4544-A77D-C96C88A2DC9E}" type="presParOf" srcId="{F24084F3-B1BB-4AEB-BA4D-334E72752BE1}" destId="{223D91C0-2AF2-4A09-B931-48BE3BA7C9C7}" srcOrd="4" destOrd="0" presId="urn:microsoft.com/office/officeart/2005/8/layout/hProcess10"/>
    <dgm:cxn modelId="{6A881E0A-5791-4FB1-94DB-FB414A9414FE}" type="presParOf" srcId="{223D91C0-2AF2-4A09-B931-48BE3BA7C9C7}" destId="{2C1FDE2A-6503-48C0-9C82-DA5077BBAB75}" srcOrd="0" destOrd="0" presId="urn:microsoft.com/office/officeart/2005/8/layout/hProcess10"/>
    <dgm:cxn modelId="{36AF8A94-C79D-4CC8-B10E-900AB39ACB3B}" type="presParOf" srcId="{223D91C0-2AF2-4A09-B931-48BE3BA7C9C7}" destId="{DB08433A-8959-474B-8AE4-078522A10406}" srcOrd="1" destOrd="0" presId="urn:microsoft.com/office/officeart/2005/8/layout/hProcess10"/>
    <dgm:cxn modelId="{EE31ADF6-B35C-4D0F-B7A6-DCB3DD68DDA4}" type="presParOf" srcId="{F24084F3-B1BB-4AEB-BA4D-334E72752BE1}" destId="{DCDDADA4-2EBF-4856-B93A-8DA1BA772C6A}" srcOrd="5" destOrd="0" presId="urn:microsoft.com/office/officeart/2005/8/layout/hProcess10"/>
    <dgm:cxn modelId="{8ADCACE1-0E47-410A-8D7E-A71DB6F98B7C}" type="presParOf" srcId="{DCDDADA4-2EBF-4856-B93A-8DA1BA772C6A}" destId="{2EE49ED9-DC28-4A25-B96C-9516FB6399B0}" srcOrd="0" destOrd="0" presId="urn:microsoft.com/office/officeart/2005/8/layout/hProcess10"/>
    <dgm:cxn modelId="{0DEB50D7-FA22-4013-B3F6-5A0A08160168}" type="presParOf" srcId="{F24084F3-B1BB-4AEB-BA4D-334E72752BE1}" destId="{B3824BDA-56E3-4798-85B0-2E02EF28FF9C}" srcOrd="6" destOrd="0" presId="urn:microsoft.com/office/officeart/2005/8/layout/hProcess10"/>
    <dgm:cxn modelId="{4E75217E-D56D-4FC8-AAF2-7A61C4A79F93}" type="presParOf" srcId="{B3824BDA-56E3-4798-85B0-2E02EF28FF9C}" destId="{82036DC1-081A-49D0-9587-B670F78E8B33}" srcOrd="0" destOrd="0" presId="urn:microsoft.com/office/officeart/2005/8/layout/hProcess10"/>
    <dgm:cxn modelId="{1D4D8159-E369-4076-986B-59DDD2DF664D}" type="presParOf" srcId="{B3824BDA-56E3-4798-85B0-2E02EF28FF9C}" destId="{0A7170A6-3013-4A8E-AC75-D4DCF1C4B62F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170063-2D5F-485F-9270-7A410D491D1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92F75E-257E-4D97-ADE4-36CC24BD3FE6}">
      <dgm:prSet phldrT="[Text]"/>
      <dgm:spPr/>
      <dgm:t>
        <a:bodyPr/>
        <a:lstStyle/>
        <a:p>
          <a:r>
            <a:rPr lang="en-US" dirty="0" smtClean="0"/>
            <a:t>Web</a:t>
          </a:r>
          <a:endParaRPr lang="en-US" dirty="0"/>
        </a:p>
      </dgm:t>
    </dgm:pt>
    <dgm:pt modelId="{181EF874-1C58-45BB-A5DB-1C475420B648}" type="parTrans" cxnId="{FF921D1D-A336-4B00-BAFE-F84ED7DE280F}">
      <dgm:prSet/>
      <dgm:spPr/>
      <dgm:t>
        <a:bodyPr/>
        <a:lstStyle/>
        <a:p>
          <a:endParaRPr lang="en-US"/>
        </a:p>
      </dgm:t>
    </dgm:pt>
    <dgm:pt modelId="{A22A0D68-0382-4393-9511-108CF767197A}" type="sibTrans" cxnId="{FF921D1D-A336-4B00-BAFE-F84ED7DE280F}">
      <dgm:prSet/>
      <dgm:spPr/>
      <dgm:t>
        <a:bodyPr/>
        <a:lstStyle/>
        <a:p>
          <a:endParaRPr lang="en-US"/>
        </a:p>
      </dgm:t>
    </dgm:pt>
    <dgm:pt modelId="{9CE4C47C-77E4-45E9-9281-40125C55886D}">
      <dgm:prSet phldrT="[Text]"/>
      <dgm:spPr/>
      <dgm:t>
        <a:bodyPr/>
        <a:lstStyle/>
        <a:p>
          <a:endParaRPr lang="en-US" dirty="0"/>
        </a:p>
      </dgm:t>
    </dgm:pt>
    <dgm:pt modelId="{579B6917-CB09-4232-842A-EC822460DC8B}" type="parTrans" cxnId="{07336451-9DBB-4237-A082-E64CDB61DEAF}">
      <dgm:prSet/>
      <dgm:spPr/>
      <dgm:t>
        <a:bodyPr/>
        <a:lstStyle/>
        <a:p>
          <a:endParaRPr lang="en-US"/>
        </a:p>
      </dgm:t>
    </dgm:pt>
    <dgm:pt modelId="{CD052409-E925-41A5-BA11-3E08BA74FAD6}" type="sibTrans" cxnId="{07336451-9DBB-4237-A082-E64CDB61DEAF}">
      <dgm:prSet/>
      <dgm:spPr/>
      <dgm:t>
        <a:bodyPr/>
        <a:lstStyle/>
        <a:p>
          <a:endParaRPr lang="en-US"/>
        </a:p>
      </dgm:t>
    </dgm:pt>
    <dgm:pt modelId="{A579520F-BD66-46EA-9DE6-9E5D92DD9B27}">
      <dgm:prSet phldrT="[Text]"/>
      <dgm:spPr/>
      <dgm:t>
        <a:bodyPr/>
        <a:lstStyle/>
        <a:p>
          <a:r>
            <a:rPr lang="en-US" dirty="0" smtClean="0"/>
            <a:t>Outlook</a:t>
          </a:r>
          <a:endParaRPr lang="en-US" dirty="0"/>
        </a:p>
      </dgm:t>
    </dgm:pt>
    <dgm:pt modelId="{6D209C8D-CC15-4368-B17C-BE144C6F79E5}" type="parTrans" cxnId="{16CAD93A-269C-4EC3-A7C0-F7F7985AAC36}">
      <dgm:prSet/>
      <dgm:spPr/>
      <dgm:t>
        <a:bodyPr/>
        <a:lstStyle/>
        <a:p>
          <a:endParaRPr lang="en-US"/>
        </a:p>
      </dgm:t>
    </dgm:pt>
    <dgm:pt modelId="{A5193100-17BB-4AC6-9C5F-A77F7E03EE57}" type="sibTrans" cxnId="{16CAD93A-269C-4EC3-A7C0-F7F7985AAC36}">
      <dgm:prSet/>
      <dgm:spPr/>
      <dgm:t>
        <a:bodyPr/>
        <a:lstStyle/>
        <a:p>
          <a:endParaRPr lang="en-US"/>
        </a:p>
      </dgm:t>
    </dgm:pt>
    <dgm:pt modelId="{3429F1AA-BCF9-48F6-8F93-C7F8FC3AF727}">
      <dgm:prSet phldrT="[Text]"/>
      <dgm:spPr/>
      <dgm:t>
        <a:bodyPr/>
        <a:lstStyle/>
        <a:p>
          <a:endParaRPr lang="en-US" dirty="0"/>
        </a:p>
      </dgm:t>
    </dgm:pt>
    <dgm:pt modelId="{080A0CA5-2D10-4C29-B549-0A0EDF023CD3}" type="parTrans" cxnId="{8C123D66-1DC8-4040-8C05-FE40F83D563B}">
      <dgm:prSet/>
      <dgm:spPr/>
      <dgm:t>
        <a:bodyPr/>
        <a:lstStyle/>
        <a:p>
          <a:endParaRPr lang="en-US"/>
        </a:p>
      </dgm:t>
    </dgm:pt>
    <dgm:pt modelId="{031DC170-2C2F-49BB-BBEC-915BF7C6091E}" type="sibTrans" cxnId="{8C123D66-1DC8-4040-8C05-FE40F83D563B}">
      <dgm:prSet/>
      <dgm:spPr/>
      <dgm:t>
        <a:bodyPr/>
        <a:lstStyle/>
        <a:p>
          <a:endParaRPr lang="en-US"/>
        </a:p>
      </dgm:t>
    </dgm:pt>
    <dgm:pt modelId="{17617B71-8FAE-46E2-98A2-BA11F33F117C}">
      <dgm:prSet phldrT="[Text]"/>
      <dgm:spPr/>
      <dgm:t>
        <a:bodyPr/>
        <a:lstStyle/>
        <a:p>
          <a:r>
            <a:rPr lang="en-US" dirty="0" smtClean="0"/>
            <a:t>Tablet</a:t>
          </a:r>
          <a:endParaRPr lang="en-US" dirty="0"/>
        </a:p>
      </dgm:t>
    </dgm:pt>
    <dgm:pt modelId="{6DECFEE8-77EF-4DB6-88FD-B89FA98ABE8A}" type="parTrans" cxnId="{3D66585A-F863-49C1-B92D-EFA983600FC8}">
      <dgm:prSet/>
      <dgm:spPr/>
      <dgm:t>
        <a:bodyPr/>
        <a:lstStyle/>
        <a:p>
          <a:endParaRPr lang="en-US"/>
        </a:p>
      </dgm:t>
    </dgm:pt>
    <dgm:pt modelId="{48E6ECEC-2013-4267-A10C-C99277D5DCF1}" type="sibTrans" cxnId="{3D66585A-F863-49C1-B92D-EFA983600FC8}">
      <dgm:prSet/>
      <dgm:spPr/>
      <dgm:t>
        <a:bodyPr/>
        <a:lstStyle/>
        <a:p>
          <a:endParaRPr lang="en-US"/>
        </a:p>
      </dgm:t>
    </dgm:pt>
    <dgm:pt modelId="{375B6F14-BD84-4ADA-8C17-6E0C485DF290}">
      <dgm:prSet phldrT="[Text]"/>
      <dgm:spPr/>
      <dgm:t>
        <a:bodyPr/>
        <a:lstStyle/>
        <a:p>
          <a:endParaRPr lang="en-US" dirty="0"/>
        </a:p>
      </dgm:t>
    </dgm:pt>
    <dgm:pt modelId="{DC1E13E9-22CB-4224-9841-329DE782273B}" type="parTrans" cxnId="{82659493-CDB4-42CD-9664-711E7B5F0635}">
      <dgm:prSet/>
      <dgm:spPr/>
      <dgm:t>
        <a:bodyPr/>
        <a:lstStyle/>
        <a:p>
          <a:endParaRPr lang="en-US"/>
        </a:p>
      </dgm:t>
    </dgm:pt>
    <dgm:pt modelId="{22C28D7F-D3BF-41F5-9D66-8D2780076C95}" type="sibTrans" cxnId="{82659493-CDB4-42CD-9664-711E7B5F0635}">
      <dgm:prSet/>
      <dgm:spPr/>
      <dgm:t>
        <a:bodyPr/>
        <a:lstStyle/>
        <a:p>
          <a:endParaRPr lang="en-US"/>
        </a:p>
      </dgm:t>
    </dgm:pt>
    <dgm:pt modelId="{7823E0F2-B0F8-4F4D-8C31-C3DE24232180}">
      <dgm:prSet phldrT="[Text]"/>
      <dgm:spPr/>
      <dgm:t>
        <a:bodyPr/>
        <a:lstStyle/>
        <a:p>
          <a:r>
            <a:rPr lang="en-US" dirty="0" smtClean="0"/>
            <a:t>Phone</a:t>
          </a:r>
          <a:endParaRPr lang="en-US" dirty="0"/>
        </a:p>
      </dgm:t>
    </dgm:pt>
    <dgm:pt modelId="{1EB2841B-8737-4839-9FBA-3531F0B6634F}" type="parTrans" cxnId="{93856E22-3603-49D9-A20E-036DB6F69584}">
      <dgm:prSet/>
      <dgm:spPr/>
      <dgm:t>
        <a:bodyPr/>
        <a:lstStyle/>
        <a:p>
          <a:endParaRPr lang="en-US"/>
        </a:p>
      </dgm:t>
    </dgm:pt>
    <dgm:pt modelId="{D7D81C74-61D0-49AA-975B-FC44A126A6C8}" type="sibTrans" cxnId="{93856E22-3603-49D9-A20E-036DB6F69584}">
      <dgm:prSet/>
      <dgm:spPr/>
      <dgm:t>
        <a:bodyPr/>
        <a:lstStyle/>
        <a:p>
          <a:endParaRPr lang="en-US"/>
        </a:p>
      </dgm:t>
    </dgm:pt>
    <dgm:pt modelId="{3890572F-A3BD-4C8F-BD26-01FAA5B135E0}">
      <dgm:prSet phldrT="[Text]"/>
      <dgm:spPr/>
      <dgm:t>
        <a:bodyPr/>
        <a:lstStyle/>
        <a:p>
          <a:endParaRPr lang="en-US" dirty="0"/>
        </a:p>
      </dgm:t>
    </dgm:pt>
    <dgm:pt modelId="{85873F53-75A7-4D38-82EA-2115DAA413C4}" type="parTrans" cxnId="{FD833420-E1BE-4F53-8F06-D3B922A99554}">
      <dgm:prSet/>
      <dgm:spPr/>
      <dgm:t>
        <a:bodyPr/>
        <a:lstStyle/>
        <a:p>
          <a:endParaRPr lang="en-US"/>
        </a:p>
      </dgm:t>
    </dgm:pt>
    <dgm:pt modelId="{5AD8CFC0-E7E8-48E9-BC2F-022C9B5D0FB4}" type="sibTrans" cxnId="{FD833420-E1BE-4F53-8F06-D3B922A99554}">
      <dgm:prSet/>
      <dgm:spPr/>
      <dgm:t>
        <a:bodyPr/>
        <a:lstStyle/>
        <a:p>
          <a:endParaRPr lang="en-US"/>
        </a:p>
      </dgm:t>
    </dgm:pt>
    <dgm:pt modelId="{49E0C8B2-047F-4843-9708-C142ECF149B7}">
      <dgm:prSet phldrT="[Text]"/>
      <dgm:spPr/>
      <dgm:t>
        <a:bodyPr/>
        <a:lstStyle/>
        <a:p>
          <a:endParaRPr lang="en-US" dirty="0"/>
        </a:p>
      </dgm:t>
    </dgm:pt>
    <dgm:pt modelId="{912BE28D-9907-4804-8143-A3E46EE48E17}" type="parTrans" cxnId="{C372BC7D-E98B-417B-932B-FFC55BBBC4F5}">
      <dgm:prSet/>
      <dgm:spPr/>
      <dgm:t>
        <a:bodyPr/>
        <a:lstStyle/>
        <a:p>
          <a:endParaRPr lang="en-US"/>
        </a:p>
      </dgm:t>
    </dgm:pt>
    <dgm:pt modelId="{3DF3E221-BCF7-47A9-BA86-D7181280A654}" type="sibTrans" cxnId="{C372BC7D-E98B-417B-932B-FFC55BBBC4F5}">
      <dgm:prSet/>
      <dgm:spPr/>
      <dgm:t>
        <a:bodyPr/>
        <a:lstStyle/>
        <a:p>
          <a:endParaRPr lang="en-US"/>
        </a:p>
      </dgm:t>
    </dgm:pt>
    <dgm:pt modelId="{8AA888E8-0502-493C-978A-02093D10A419}">
      <dgm:prSet phldrT="[Text]"/>
      <dgm:spPr/>
      <dgm:t>
        <a:bodyPr/>
        <a:lstStyle/>
        <a:p>
          <a:endParaRPr lang="en-US" dirty="0"/>
        </a:p>
      </dgm:t>
    </dgm:pt>
    <dgm:pt modelId="{EA0EA008-E701-485D-9082-C9C738B69CB7}" type="parTrans" cxnId="{503FB72C-CEE6-42F0-BB78-9D3395A69902}">
      <dgm:prSet/>
      <dgm:spPr/>
      <dgm:t>
        <a:bodyPr/>
        <a:lstStyle/>
        <a:p>
          <a:endParaRPr lang="en-US"/>
        </a:p>
      </dgm:t>
    </dgm:pt>
    <dgm:pt modelId="{549231EE-1818-4439-9B67-F78BE24E8FB3}" type="sibTrans" cxnId="{503FB72C-CEE6-42F0-BB78-9D3395A69902}">
      <dgm:prSet/>
      <dgm:spPr/>
      <dgm:t>
        <a:bodyPr/>
        <a:lstStyle/>
        <a:p>
          <a:endParaRPr lang="en-US"/>
        </a:p>
      </dgm:t>
    </dgm:pt>
    <dgm:pt modelId="{7ED99557-A2DA-49AF-8A41-8ECD23285492}">
      <dgm:prSet phldrT="[Text]"/>
      <dgm:spPr/>
      <dgm:t>
        <a:bodyPr/>
        <a:lstStyle/>
        <a:p>
          <a:endParaRPr lang="en-US" dirty="0"/>
        </a:p>
      </dgm:t>
    </dgm:pt>
    <dgm:pt modelId="{B92B2736-1748-45C5-A05A-30C4EA6B6EF6}" type="parTrans" cxnId="{76AF5A1D-B7B3-4D62-8EA7-7C3066E06C33}">
      <dgm:prSet/>
      <dgm:spPr/>
      <dgm:t>
        <a:bodyPr/>
        <a:lstStyle/>
        <a:p>
          <a:endParaRPr lang="en-US"/>
        </a:p>
      </dgm:t>
    </dgm:pt>
    <dgm:pt modelId="{6307A3D3-5451-4020-A299-4BC06848E531}" type="sibTrans" cxnId="{76AF5A1D-B7B3-4D62-8EA7-7C3066E06C33}">
      <dgm:prSet/>
      <dgm:spPr/>
      <dgm:t>
        <a:bodyPr/>
        <a:lstStyle/>
        <a:p>
          <a:endParaRPr lang="en-US"/>
        </a:p>
      </dgm:t>
    </dgm:pt>
    <dgm:pt modelId="{16AF6208-0AB1-4908-92AE-66E9DB93CBCD}">
      <dgm:prSet phldrT="[Text]"/>
      <dgm:spPr/>
      <dgm:t>
        <a:bodyPr/>
        <a:lstStyle/>
        <a:p>
          <a:endParaRPr lang="en-US" dirty="0"/>
        </a:p>
      </dgm:t>
    </dgm:pt>
    <dgm:pt modelId="{677E406B-2B01-4BE5-925F-63D9B3B8ECE0}" type="parTrans" cxnId="{73D16C7A-0025-496D-AD24-A0C0815B68A1}">
      <dgm:prSet/>
      <dgm:spPr/>
      <dgm:t>
        <a:bodyPr/>
        <a:lstStyle/>
        <a:p>
          <a:endParaRPr lang="en-US"/>
        </a:p>
      </dgm:t>
    </dgm:pt>
    <dgm:pt modelId="{5F37E8A9-5924-4F45-95AA-4152054C5EC4}" type="sibTrans" cxnId="{73D16C7A-0025-496D-AD24-A0C0815B68A1}">
      <dgm:prSet/>
      <dgm:spPr/>
      <dgm:t>
        <a:bodyPr/>
        <a:lstStyle/>
        <a:p>
          <a:endParaRPr lang="en-US"/>
        </a:p>
      </dgm:t>
    </dgm:pt>
    <dgm:pt modelId="{AE7B1740-3E40-414A-8565-B93E27B86771}">
      <dgm:prSet phldrT="[Text]"/>
      <dgm:spPr/>
      <dgm:t>
        <a:bodyPr/>
        <a:lstStyle/>
        <a:p>
          <a:endParaRPr lang="en-US" dirty="0"/>
        </a:p>
      </dgm:t>
    </dgm:pt>
    <dgm:pt modelId="{2CFF4D1D-47F2-4B97-A02A-7B6168391759}" type="parTrans" cxnId="{5C00E8FE-DB31-4820-A8BA-5849B87048CE}">
      <dgm:prSet/>
      <dgm:spPr/>
      <dgm:t>
        <a:bodyPr/>
        <a:lstStyle/>
        <a:p>
          <a:endParaRPr lang="en-US"/>
        </a:p>
      </dgm:t>
    </dgm:pt>
    <dgm:pt modelId="{358AF806-78F3-4D22-9CED-14565DC2F5C8}" type="sibTrans" cxnId="{5C00E8FE-DB31-4820-A8BA-5849B87048CE}">
      <dgm:prSet/>
      <dgm:spPr/>
      <dgm:t>
        <a:bodyPr/>
        <a:lstStyle/>
        <a:p>
          <a:endParaRPr lang="en-US"/>
        </a:p>
      </dgm:t>
    </dgm:pt>
    <dgm:pt modelId="{ECB24B23-D9A5-44D8-A3C9-D5D7667335CD}">
      <dgm:prSet phldrT="[Text]"/>
      <dgm:spPr/>
      <dgm:t>
        <a:bodyPr/>
        <a:lstStyle/>
        <a:p>
          <a:endParaRPr lang="en-US" dirty="0"/>
        </a:p>
      </dgm:t>
    </dgm:pt>
    <dgm:pt modelId="{0675F7C1-762E-4085-AD52-9AA47941D42A}" type="parTrans" cxnId="{BDECDD32-EBBE-45C2-9F98-4AC3A60E9E68}">
      <dgm:prSet/>
      <dgm:spPr/>
      <dgm:t>
        <a:bodyPr/>
        <a:lstStyle/>
        <a:p>
          <a:endParaRPr lang="en-US"/>
        </a:p>
      </dgm:t>
    </dgm:pt>
    <dgm:pt modelId="{B6D60634-150E-4190-BFD1-DEC2B3873D40}" type="sibTrans" cxnId="{BDECDD32-EBBE-45C2-9F98-4AC3A60E9E68}">
      <dgm:prSet/>
      <dgm:spPr/>
      <dgm:t>
        <a:bodyPr/>
        <a:lstStyle/>
        <a:p>
          <a:endParaRPr lang="en-US"/>
        </a:p>
      </dgm:t>
    </dgm:pt>
    <dgm:pt modelId="{DF21B3F9-A4AB-487B-9DC9-CF305F1D6505}">
      <dgm:prSet phldrT="[Text]"/>
      <dgm:spPr/>
      <dgm:t>
        <a:bodyPr/>
        <a:lstStyle/>
        <a:p>
          <a:endParaRPr lang="en-US" dirty="0"/>
        </a:p>
      </dgm:t>
    </dgm:pt>
    <dgm:pt modelId="{13D20AB1-553D-44DB-AE3C-D759FB1B4D9F}" type="parTrans" cxnId="{C1D8A7FB-7745-4088-A3BD-643EF303931B}">
      <dgm:prSet/>
      <dgm:spPr/>
      <dgm:t>
        <a:bodyPr/>
        <a:lstStyle/>
        <a:p>
          <a:endParaRPr lang="en-US"/>
        </a:p>
      </dgm:t>
    </dgm:pt>
    <dgm:pt modelId="{98016D59-38AB-477D-9311-9A727B46E4BF}" type="sibTrans" cxnId="{C1D8A7FB-7745-4088-A3BD-643EF303931B}">
      <dgm:prSet/>
      <dgm:spPr/>
      <dgm:t>
        <a:bodyPr/>
        <a:lstStyle/>
        <a:p>
          <a:endParaRPr lang="en-US"/>
        </a:p>
      </dgm:t>
    </dgm:pt>
    <dgm:pt modelId="{BBB2CE54-E107-46B2-BB69-F0C25098F090}">
      <dgm:prSet phldrT="[Text]"/>
      <dgm:spPr/>
      <dgm:t>
        <a:bodyPr/>
        <a:lstStyle/>
        <a:p>
          <a:endParaRPr lang="en-US" dirty="0"/>
        </a:p>
      </dgm:t>
    </dgm:pt>
    <dgm:pt modelId="{E6364DB2-33B9-48F1-ABCD-D4ABB87E729B}" type="parTrans" cxnId="{A596ABA8-F9FA-40EF-8E2D-96216502B6DC}">
      <dgm:prSet/>
      <dgm:spPr/>
      <dgm:t>
        <a:bodyPr/>
        <a:lstStyle/>
        <a:p>
          <a:endParaRPr lang="en-US"/>
        </a:p>
      </dgm:t>
    </dgm:pt>
    <dgm:pt modelId="{8E3AA543-8ED4-45F4-AF67-75446D0037DA}" type="sibTrans" cxnId="{A596ABA8-F9FA-40EF-8E2D-96216502B6DC}">
      <dgm:prSet/>
      <dgm:spPr/>
      <dgm:t>
        <a:bodyPr/>
        <a:lstStyle/>
        <a:p>
          <a:endParaRPr lang="en-US"/>
        </a:p>
      </dgm:t>
    </dgm:pt>
    <dgm:pt modelId="{72CEAE2D-DB5B-433F-BC53-F9613D9C43A0}">
      <dgm:prSet phldrT="[Text]"/>
      <dgm:spPr/>
      <dgm:t>
        <a:bodyPr/>
        <a:lstStyle/>
        <a:p>
          <a:endParaRPr lang="en-US" dirty="0"/>
        </a:p>
      </dgm:t>
    </dgm:pt>
    <dgm:pt modelId="{F4B53B7C-07D5-4003-86A8-3E1956632ACF}" type="parTrans" cxnId="{6BE5212F-9226-484F-B241-3E2CCE49ED43}">
      <dgm:prSet/>
      <dgm:spPr/>
      <dgm:t>
        <a:bodyPr/>
        <a:lstStyle/>
        <a:p>
          <a:endParaRPr lang="en-US"/>
        </a:p>
      </dgm:t>
    </dgm:pt>
    <dgm:pt modelId="{80EB22E1-A423-4D0D-A462-51E7D1E6CF76}" type="sibTrans" cxnId="{6BE5212F-9226-484F-B241-3E2CCE49ED43}">
      <dgm:prSet/>
      <dgm:spPr/>
      <dgm:t>
        <a:bodyPr/>
        <a:lstStyle/>
        <a:p>
          <a:endParaRPr lang="en-US"/>
        </a:p>
      </dgm:t>
    </dgm:pt>
    <dgm:pt modelId="{61CF1B67-29EE-4704-8F41-58709427C1E9}">
      <dgm:prSet phldrT="[Text]"/>
      <dgm:spPr/>
      <dgm:t>
        <a:bodyPr/>
        <a:lstStyle/>
        <a:p>
          <a:endParaRPr lang="en-US" dirty="0"/>
        </a:p>
      </dgm:t>
    </dgm:pt>
    <dgm:pt modelId="{BDFACBFB-3756-493C-A227-A8D6EAB31CA4}" type="parTrans" cxnId="{6302E754-D7BD-45A5-A0E6-487E00DA2FCB}">
      <dgm:prSet/>
      <dgm:spPr/>
      <dgm:t>
        <a:bodyPr/>
        <a:lstStyle/>
        <a:p>
          <a:endParaRPr lang="en-US"/>
        </a:p>
      </dgm:t>
    </dgm:pt>
    <dgm:pt modelId="{052C505C-184B-47A1-AAAE-5CD2717C1F6D}" type="sibTrans" cxnId="{6302E754-D7BD-45A5-A0E6-487E00DA2FCB}">
      <dgm:prSet/>
      <dgm:spPr/>
      <dgm:t>
        <a:bodyPr/>
        <a:lstStyle/>
        <a:p>
          <a:endParaRPr lang="en-US"/>
        </a:p>
      </dgm:t>
    </dgm:pt>
    <dgm:pt modelId="{891CD302-2A63-452D-8FB6-0FFAEC77FD89}" type="pres">
      <dgm:prSet presAssocID="{07170063-2D5F-485F-9270-7A410D491D1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B4D31C6-2B9C-4C34-ADFA-FEF7F577B8E9}" type="pres">
      <dgm:prSet presAssocID="{A692F75E-257E-4D97-ADE4-36CC24BD3FE6}" presName="composite" presStyleCnt="0"/>
      <dgm:spPr/>
    </dgm:pt>
    <dgm:pt modelId="{65C8773B-81B9-4812-B65B-B18019607C7D}" type="pres">
      <dgm:prSet presAssocID="{A692F75E-257E-4D97-ADE4-36CC24BD3FE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8F78AE-EDF5-4055-B844-F79EA72C3A1E}" type="pres">
      <dgm:prSet presAssocID="{A692F75E-257E-4D97-ADE4-36CC24BD3FE6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4C53E8-CA7C-4CE3-88CD-BD8CFD215C1A}" type="pres">
      <dgm:prSet presAssocID="{A22A0D68-0382-4393-9511-108CF767197A}" presName="space" presStyleCnt="0"/>
      <dgm:spPr/>
    </dgm:pt>
    <dgm:pt modelId="{CB2EFE16-63A8-4CFA-BA85-1250D1B87415}" type="pres">
      <dgm:prSet presAssocID="{A579520F-BD66-46EA-9DE6-9E5D92DD9B27}" presName="composite" presStyleCnt="0"/>
      <dgm:spPr/>
    </dgm:pt>
    <dgm:pt modelId="{D93F5DA9-70A2-4480-A9DB-332176A8BF5D}" type="pres">
      <dgm:prSet presAssocID="{A579520F-BD66-46EA-9DE6-9E5D92DD9B27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F38197-1FD5-49C5-AD4D-D566553F2F88}" type="pres">
      <dgm:prSet presAssocID="{A579520F-BD66-46EA-9DE6-9E5D92DD9B27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64CB5A-4C60-4E99-932C-6E75BD061DC0}" type="pres">
      <dgm:prSet presAssocID="{A5193100-17BB-4AC6-9C5F-A77F7E03EE57}" presName="space" presStyleCnt="0"/>
      <dgm:spPr/>
    </dgm:pt>
    <dgm:pt modelId="{5C70FB60-A64A-4C79-B72D-46698CB192F9}" type="pres">
      <dgm:prSet presAssocID="{17617B71-8FAE-46E2-98A2-BA11F33F117C}" presName="composite" presStyleCnt="0"/>
      <dgm:spPr/>
    </dgm:pt>
    <dgm:pt modelId="{FB062E90-79B3-4887-B4BB-14D26A04D328}" type="pres">
      <dgm:prSet presAssocID="{17617B71-8FAE-46E2-98A2-BA11F33F117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A916CB-4736-4886-B30A-CF2AE2A23588}" type="pres">
      <dgm:prSet presAssocID="{17617B71-8FAE-46E2-98A2-BA11F33F117C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E0DF79-788F-4BC2-B8D0-4A94D72CA3DC}" type="pres">
      <dgm:prSet presAssocID="{48E6ECEC-2013-4267-A10C-C99277D5DCF1}" presName="space" presStyleCnt="0"/>
      <dgm:spPr/>
    </dgm:pt>
    <dgm:pt modelId="{9E0C0751-EBF8-4DA6-A959-60CFAFA22BEB}" type="pres">
      <dgm:prSet presAssocID="{7823E0F2-B0F8-4F4D-8C31-C3DE24232180}" presName="composite" presStyleCnt="0"/>
      <dgm:spPr/>
    </dgm:pt>
    <dgm:pt modelId="{11EE4AAF-298A-4AB6-8C23-B8FB6CD08BE5}" type="pres">
      <dgm:prSet presAssocID="{7823E0F2-B0F8-4F4D-8C31-C3DE24232180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B99AF2-925F-4584-9CDE-275F2EC3F9E0}" type="pres">
      <dgm:prSet presAssocID="{7823E0F2-B0F8-4F4D-8C31-C3DE24232180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B211CDA-0D4B-4859-BE8B-C6613177B903}" type="presOf" srcId="{3429F1AA-BCF9-48F6-8F93-C7F8FC3AF727}" destId="{14F38197-1FD5-49C5-AD4D-D566553F2F88}" srcOrd="0" destOrd="1" presId="urn:microsoft.com/office/officeart/2005/8/layout/hList1"/>
    <dgm:cxn modelId="{6302E754-D7BD-45A5-A0E6-487E00DA2FCB}" srcId="{7823E0F2-B0F8-4F4D-8C31-C3DE24232180}" destId="{61CF1B67-29EE-4704-8F41-58709427C1E9}" srcOrd="7" destOrd="0" parTransId="{BDFACBFB-3756-493C-A227-A8D6EAB31CA4}" sibTransId="{052C505C-184B-47A1-AAAE-5CD2717C1F6D}"/>
    <dgm:cxn modelId="{A596ABA8-F9FA-40EF-8E2D-96216502B6DC}" srcId="{7823E0F2-B0F8-4F4D-8C31-C3DE24232180}" destId="{BBB2CE54-E107-46B2-BB69-F0C25098F090}" srcOrd="4" destOrd="0" parTransId="{E6364DB2-33B9-48F1-ABCD-D4ABB87E729B}" sibTransId="{8E3AA543-8ED4-45F4-AF67-75446D0037DA}"/>
    <dgm:cxn modelId="{FD833420-E1BE-4F53-8F06-D3B922A99554}" srcId="{7823E0F2-B0F8-4F4D-8C31-C3DE24232180}" destId="{3890572F-A3BD-4C8F-BD26-01FAA5B135E0}" srcOrd="8" destOrd="0" parTransId="{85873F53-75A7-4D38-82EA-2115DAA413C4}" sibTransId="{5AD8CFC0-E7E8-48E9-BC2F-022C9B5D0FB4}"/>
    <dgm:cxn modelId="{82659493-CDB4-42CD-9664-711E7B5F0635}" srcId="{17617B71-8FAE-46E2-98A2-BA11F33F117C}" destId="{375B6F14-BD84-4ADA-8C17-6E0C485DF290}" srcOrd="1" destOrd="0" parTransId="{DC1E13E9-22CB-4224-9841-329DE782273B}" sibTransId="{22C28D7F-D3BF-41F5-9D66-8D2780076C95}"/>
    <dgm:cxn modelId="{0A17C3D1-6618-4836-927F-23438C3C9724}" type="presOf" srcId="{7ED99557-A2DA-49AF-8A41-8ECD23285492}" destId="{EFB99AF2-925F-4584-9CDE-275F2EC3F9E0}" srcOrd="0" destOrd="5" presId="urn:microsoft.com/office/officeart/2005/8/layout/hList1"/>
    <dgm:cxn modelId="{214B1180-17C0-4BFF-AC99-8D3BEFF10058}" type="presOf" srcId="{49E0C8B2-047F-4843-9708-C142ECF149B7}" destId="{14F38197-1FD5-49C5-AD4D-D566553F2F88}" srcOrd="0" destOrd="0" presId="urn:microsoft.com/office/officeart/2005/8/layout/hList1"/>
    <dgm:cxn modelId="{5C00E8FE-DB31-4820-A8BA-5849B87048CE}" srcId="{7823E0F2-B0F8-4F4D-8C31-C3DE24232180}" destId="{AE7B1740-3E40-414A-8565-B93E27B86771}" srcOrd="1" destOrd="0" parTransId="{2CFF4D1D-47F2-4B97-A02A-7B6168391759}" sibTransId="{358AF806-78F3-4D22-9CED-14565DC2F5C8}"/>
    <dgm:cxn modelId="{BEFF1029-B513-4A51-8758-0E09280AB5BE}" type="presOf" srcId="{375B6F14-BD84-4ADA-8C17-6E0C485DF290}" destId="{0FA916CB-4736-4886-B30A-CF2AE2A23588}" srcOrd="0" destOrd="1" presId="urn:microsoft.com/office/officeart/2005/8/layout/hList1"/>
    <dgm:cxn modelId="{AE47BAB0-66FE-494C-B2A3-1DD4F2DFC479}" type="presOf" srcId="{16AF6208-0AB1-4908-92AE-66E9DB93CBCD}" destId="{EFB99AF2-925F-4584-9CDE-275F2EC3F9E0}" srcOrd="0" destOrd="0" presId="urn:microsoft.com/office/officeart/2005/8/layout/hList1"/>
    <dgm:cxn modelId="{E303EBF1-1EC0-4607-9009-42A78550EF31}" type="presOf" srcId="{ECB24B23-D9A5-44D8-A3C9-D5D7667335CD}" destId="{EFB99AF2-925F-4584-9CDE-275F2EC3F9E0}" srcOrd="0" destOrd="2" presId="urn:microsoft.com/office/officeart/2005/8/layout/hList1"/>
    <dgm:cxn modelId="{AD02723E-F8D3-48DB-BFB6-12DCBCECC073}" type="presOf" srcId="{DF21B3F9-A4AB-487B-9DC9-CF305F1D6505}" destId="{EFB99AF2-925F-4584-9CDE-275F2EC3F9E0}" srcOrd="0" destOrd="3" presId="urn:microsoft.com/office/officeart/2005/8/layout/hList1"/>
    <dgm:cxn modelId="{D1920B39-8488-4C22-8532-CF44A996A5DE}" type="presOf" srcId="{AE7B1740-3E40-414A-8565-B93E27B86771}" destId="{EFB99AF2-925F-4584-9CDE-275F2EC3F9E0}" srcOrd="0" destOrd="1" presId="urn:microsoft.com/office/officeart/2005/8/layout/hList1"/>
    <dgm:cxn modelId="{F839DED4-3D98-42AF-AD0A-683ADE28CFFB}" type="presOf" srcId="{9CE4C47C-77E4-45E9-9281-40125C55886D}" destId="{458F78AE-EDF5-4055-B844-F79EA72C3A1E}" srcOrd="0" destOrd="0" presId="urn:microsoft.com/office/officeart/2005/8/layout/hList1"/>
    <dgm:cxn modelId="{FF921D1D-A336-4B00-BAFE-F84ED7DE280F}" srcId="{07170063-2D5F-485F-9270-7A410D491D13}" destId="{A692F75E-257E-4D97-ADE4-36CC24BD3FE6}" srcOrd="0" destOrd="0" parTransId="{181EF874-1C58-45BB-A5DB-1C475420B648}" sibTransId="{A22A0D68-0382-4393-9511-108CF767197A}"/>
    <dgm:cxn modelId="{C1D8A7FB-7745-4088-A3BD-643EF303931B}" srcId="{7823E0F2-B0F8-4F4D-8C31-C3DE24232180}" destId="{DF21B3F9-A4AB-487B-9DC9-CF305F1D6505}" srcOrd="3" destOrd="0" parTransId="{13D20AB1-553D-44DB-AE3C-D759FB1B4D9F}" sibTransId="{98016D59-38AB-477D-9311-9A727B46E4BF}"/>
    <dgm:cxn modelId="{503FB72C-CEE6-42F0-BB78-9D3395A69902}" srcId="{17617B71-8FAE-46E2-98A2-BA11F33F117C}" destId="{8AA888E8-0502-493C-978A-02093D10A419}" srcOrd="0" destOrd="0" parTransId="{EA0EA008-E701-485D-9082-C9C738B69CB7}" sibTransId="{549231EE-1818-4439-9B67-F78BE24E8FB3}"/>
    <dgm:cxn modelId="{8C123D66-1DC8-4040-8C05-FE40F83D563B}" srcId="{A579520F-BD66-46EA-9DE6-9E5D92DD9B27}" destId="{3429F1AA-BCF9-48F6-8F93-C7F8FC3AF727}" srcOrd="1" destOrd="0" parTransId="{080A0CA5-2D10-4C29-B549-0A0EDF023CD3}" sibTransId="{031DC170-2C2F-49BB-BBEC-915BF7C6091E}"/>
    <dgm:cxn modelId="{7596D02E-A439-42AC-8D1B-C9AB184AF0CC}" type="presOf" srcId="{3890572F-A3BD-4C8F-BD26-01FAA5B135E0}" destId="{EFB99AF2-925F-4584-9CDE-275F2EC3F9E0}" srcOrd="0" destOrd="8" presId="urn:microsoft.com/office/officeart/2005/8/layout/hList1"/>
    <dgm:cxn modelId="{189E86DD-C75D-4928-973C-66C0FD12C0E5}" type="presOf" srcId="{A579520F-BD66-46EA-9DE6-9E5D92DD9B27}" destId="{D93F5DA9-70A2-4480-A9DB-332176A8BF5D}" srcOrd="0" destOrd="0" presId="urn:microsoft.com/office/officeart/2005/8/layout/hList1"/>
    <dgm:cxn modelId="{07336451-9DBB-4237-A082-E64CDB61DEAF}" srcId="{A692F75E-257E-4D97-ADE4-36CC24BD3FE6}" destId="{9CE4C47C-77E4-45E9-9281-40125C55886D}" srcOrd="0" destOrd="0" parTransId="{579B6917-CB09-4232-842A-EC822460DC8B}" sibTransId="{CD052409-E925-41A5-BA11-3E08BA74FAD6}"/>
    <dgm:cxn modelId="{3DD1F339-6225-473E-99D4-9DA2EAF0DEB3}" type="presOf" srcId="{61CF1B67-29EE-4704-8F41-58709427C1E9}" destId="{EFB99AF2-925F-4584-9CDE-275F2EC3F9E0}" srcOrd="0" destOrd="7" presId="urn:microsoft.com/office/officeart/2005/8/layout/hList1"/>
    <dgm:cxn modelId="{3D66585A-F863-49C1-B92D-EFA983600FC8}" srcId="{07170063-2D5F-485F-9270-7A410D491D13}" destId="{17617B71-8FAE-46E2-98A2-BA11F33F117C}" srcOrd="2" destOrd="0" parTransId="{6DECFEE8-77EF-4DB6-88FD-B89FA98ABE8A}" sibTransId="{48E6ECEC-2013-4267-A10C-C99277D5DCF1}"/>
    <dgm:cxn modelId="{76AF5A1D-B7B3-4D62-8EA7-7C3066E06C33}" srcId="{7823E0F2-B0F8-4F4D-8C31-C3DE24232180}" destId="{7ED99557-A2DA-49AF-8A41-8ECD23285492}" srcOrd="5" destOrd="0" parTransId="{B92B2736-1748-45C5-A05A-30C4EA6B6EF6}" sibTransId="{6307A3D3-5451-4020-A299-4BC06848E531}"/>
    <dgm:cxn modelId="{C372BC7D-E98B-417B-932B-FFC55BBBC4F5}" srcId="{A579520F-BD66-46EA-9DE6-9E5D92DD9B27}" destId="{49E0C8B2-047F-4843-9708-C142ECF149B7}" srcOrd="0" destOrd="0" parTransId="{912BE28D-9907-4804-8143-A3E46EE48E17}" sibTransId="{3DF3E221-BCF7-47A9-BA86-D7181280A654}"/>
    <dgm:cxn modelId="{6BE5212F-9226-484F-B241-3E2CCE49ED43}" srcId="{7823E0F2-B0F8-4F4D-8C31-C3DE24232180}" destId="{72CEAE2D-DB5B-433F-BC53-F9613D9C43A0}" srcOrd="6" destOrd="0" parTransId="{F4B53B7C-07D5-4003-86A8-3E1956632ACF}" sibTransId="{80EB22E1-A423-4D0D-A462-51E7D1E6CF76}"/>
    <dgm:cxn modelId="{16CAD93A-269C-4EC3-A7C0-F7F7985AAC36}" srcId="{07170063-2D5F-485F-9270-7A410D491D13}" destId="{A579520F-BD66-46EA-9DE6-9E5D92DD9B27}" srcOrd="1" destOrd="0" parTransId="{6D209C8D-CC15-4368-B17C-BE144C6F79E5}" sibTransId="{A5193100-17BB-4AC6-9C5F-A77F7E03EE57}"/>
    <dgm:cxn modelId="{7BC95BBE-A30E-4746-987A-2785AE545CA5}" type="presOf" srcId="{7823E0F2-B0F8-4F4D-8C31-C3DE24232180}" destId="{11EE4AAF-298A-4AB6-8C23-B8FB6CD08BE5}" srcOrd="0" destOrd="0" presId="urn:microsoft.com/office/officeart/2005/8/layout/hList1"/>
    <dgm:cxn modelId="{C6E7B2B0-9560-41B7-8AC3-621C2D22E04B}" type="presOf" srcId="{A692F75E-257E-4D97-ADE4-36CC24BD3FE6}" destId="{65C8773B-81B9-4812-B65B-B18019607C7D}" srcOrd="0" destOrd="0" presId="urn:microsoft.com/office/officeart/2005/8/layout/hList1"/>
    <dgm:cxn modelId="{C2B86BC2-281B-4355-AC39-1C8D5D55ECDB}" type="presOf" srcId="{17617B71-8FAE-46E2-98A2-BA11F33F117C}" destId="{FB062E90-79B3-4887-B4BB-14D26A04D328}" srcOrd="0" destOrd="0" presId="urn:microsoft.com/office/officeart/2005/8/layout/hList1"/>
    <dgm:cxn modelId="{93856E22-3603-49D9-A20E-036DB6F69584}" srcId="{07170063-2D5F-485F-9270-7A410D491D13}" destId="{7823E0F2-B0F8-4F4D-8C31-C3DE24232180}" srcOrd="3" destOrd="0" parTransId="{1EB2841B-8737-4839-9FBA-3531F0B6634F}" sibTransId="{D7D81C74-61D0-49AA-975B-FC44A126A6C8}"/>
    <dgm:cxn modelId="{7DAC6486-E3D4-461A-BFCF-476120517E28}" type="presOf" srcId="{BBB2CE54-E107-46B2-BB69-F0C25098F090}" destId="{EFB99AF2-925F-4584-9CDE-275F2EC3F9E0}" srcOrd="0" destOrd="4" presId="urn:microsoft.com/office/officeart/2005/8/layout/hList1"/>
    <dgm:cxn modelId="{3FF001BD-4770-43BA-AB7C-7689310F153F}" type="presOf" srcId="{72CEAE2D-DB5B-433F-BC53-F9613D9C43A0}" destId="{EFB99AF2-925F-4584-9CDE-275F2EC3F9E0}" srcOrd="0" destOrd="6" presId="urn:microsoft.com/office/officeart/2005/8/layout/hList1"/>
    <dgm:cxn modelId="{73D16C7A-0025-496D-AD24-A0C0815B68A1}" srcId="{7823E0F2-B0F8-4F4D-8C31-C3DE24232180}" destId="{16AF6208-0AB1-4908-92AE-66E9DB93CBCD}" srcOrd="0" destOrd="0" parTransId="{677E406B-2B01-4BE5-925F-63D9B3B8ECE0}" sibTransId="{5F37E8A9-5924-4F45-95AA-4152054C5EC4}"/>
    <dgm:cxn modelId="{5D251CF2-27BA-40D5-986E-D22A127FF005}" type="presOf" srcId="{07170063-2D5F-485F-9270-7A410D491D13}" destId="{891CD302-2A63-452D-8FB6-0FFAEC77FD89}" srcOrd="0" destOrd="0" presId="urn:microsoft.com/office/officeart/2005/8/layout/hList1"/>
    <dgm:cxn modelId="{DB8D7DED-FAD0-4DDE-9894-24B33F4C6251}" type="presOf" srcId="{8AA888E8-0502-493C-978A-02093D10A419}" destId="{0FA916CB-4736-4886-B30A-CF2AE2A23588}" srcOrd="0" destOrd="0" presId="urn:microsoft.com/office/officeart/2005/8/layout/hList1"/>
    <dgm:cxn modelId="{BDECDD32-EBBE-45C2-9F98-4AC3A60E9E68}" srcId="{7823E0F2-B0F8-4F4D-8C31-C3DE24232180}" destId="{ECB24B23-D9A5-44D8-A3C9-D5D7667335CD}" srcOrd="2" destOrd="0" parTransId="{0675F7C1-762E-4085-AD52-9AA47941D42A}" sibTransId="{B6D60634-150E-4190-BFD1-DEC2B3873D40}"/>
    <dgm:cxn modelId="{51B44518-1C5D-45D8-9232-5CF8B2A2C442}" type="presParOf" srcId="{891CD302-2A63-452D-8FB6-0FFAEC77FD89}" destId="{5B4D31C6-2B9C-4C34-ADFA-FEF7F577B8E9}" srcOrd="0" destOrd="0" presId="urn:microsoft.com/office/officeart/2005/8/layout/hList1"/>
    <dgm:cxn modelId="{D26C5C1F-39F5-4EF0-9D53-8E8BD8DEB7D0}" type="presParOf" srcId="{5B4D31C6-2B9C-4C34-ADFA-FEF7F577B8E9}" destId="{65C8773B-81B9-4812-B65B-B18019607C7D}" srcOrd="0" destOrd="0" presId="urn:microsoft.com/office/officeart/2005/8/layout/hList1"/>
    <dgm:cxn modelId="{65A8ADAA-7F30-4BAC-87E0-6F99F69DBEF5}" type="presParOf" srcId="{5B4D31C6-2B9C-4C34-ADFA-FEF7F577B8E9}" destId="{458F78AE-EDF5-4055-B844-F79EA72C3A1E}" srcOrd="1" destOrd="0" presId="urn:microsoft.com/office/officeart/2005/8/layout/hList1"/>
    <dgm:cxn modelId="{5A4A0041-24F9-4285-9E3D-7580154161FE}" type="presParOf" srcId="{891CD302-2A63-452D-8FB6-0FFAEC77FD89}" destId="{D24C53E8-CA7C-4CE3-88CD-BD8CFD215C1A}" srcOrd="1" destOrd="0" presId="urn:microsoft.com/office/officeart/2005/8/layout/hList1"/>
    <dgm:cxn modelId="{CDB96D5F-3F44-4691-ABA1-34F20492AB3F}" type="presParOf" srcId="{891CD302-2A63-452D-8FB6-0FFAEC77FD89}" destId="{CB2EFE16-63A8-4CFA-BA85-1250D1B87415}" srcOrd="2" destOrd="0" presId="urn:microsoft.com/office/officeart/2005/8/layout/hList1"/>
    <dgm:cxn modelId="{D9132846-0501-4872-889C-DFF95CCA62D9}" type="presParOf" srcId="{CB2EFE16-63A8-4CFA-BA85-1250D1B87415}" destId="{D93F5DA9-70A2-4480-A9DB-332176A8BF5D}" srcOrd="0" destOrd="0" presId="urn:microsoft.com/office/officeart/2005/8/layout/hList1"/>
    <dgm:cxn modelId="{5EB0AB59-0B23-48BD-A17A-1238E4719A2B}" type="presParOf" srcId="{CB2EFE16-63A8-4CFA-BA85-1250D1B87415}" destId="{14F38197-1FD5-49C5-AD4D-D566553F2F88}" srcOrd="1" destOrd="0" presId="urn:microsoft.com/office/officeart/2005/8/layout/hList1"/>
    <dgm:cxn modelId="{612DE0D6-9786-44F5-8D49-5DF6B2A8C64A}" type="presParOf" srcId="{891CD302-2A63-452D-8FB6-0FFAEC77FD89}" destId="{7064CB5A-4C60-4E99-932C-6E75BD061DC0}" srcOrd="3" destOrd="0" presId="urn:microsoft.com/office/officeart/2005/8/layout/hList1"/>
    <dgm:cxn modelId="{AE329739-CEEF-4C99-BFAB-F665645A2AAE}" type="presParOf" srcId="{891CD302-2A63-452D-8FB6-0FFAEC77FD89}" destId="{5C70FB60-A64A-4C79-B72D-46698CB192F9}" srcOrd="4" destOrd="0" presId="urn:microsoft.com/office/officeart/2005/8/layout/hList1"/>
    <dgm:cxn modelId="{F355C084-F867-44BC-8E86-75D71A6B2CA2}" type="presParOf" srcId="{5C70FB60-A64A-4C79-B72D-46698CB192F9}" destId="{FB062E90-79B3-4887-B4BB-14D26A04D328}" srcOrd="0" destOrd="0" presId="urn:microsoft.com/office/officeart/2005/8/layout/hList1"/>
    <dgm:cxn modelId="{2E7A9EA0-639C-485C-BE78-598366F5E29C}" type="presParOf" srcId="{5C70FB60-A64A-4C79-B72D-46698CB192F9}" destId="{0FA916CB-4736-4886-B30A-CF2AE2A23588}" srcOrd="1" destOrd="0" presId="urn:microsoft.com/office/officeart/2005/8/layout/hList1"/>
    <dgm:cxn modelId="{F29712E6-B816-4C15-B1AB-CF5392168FFA}" type="presParOf" srcId="{891CD302-2A63-452D-8FB6-0FFAEC77FD89}" destId="{EDE0DF79-788F-4BC2-B8D0-4A94D72CA3DC}" srcOrd="5" destOrd="0" presId="urn:microsoft.com/office/officeart/2005/8/layout/hList1"/>
    <dgm:cxn modelId="{99EF3213-8639-4953-828C-59408698BFAD}" type="presParOf" srcId="{891CD302-2A63-452D-8FB6-0FFAEC77FD89}" destId="{9E0C0751-EBF8-4DA6-A959-60CFAFA22BEB}" srcOrd="6" destOrd="0" presId="urn:microsoft.com/office/officeart/2005/8/layout/hList1"/>
    <dgm:cxn modelId="{93F2648D-E916-41C8-9A06-CC547AEA65DB}" type="presParOf" srcId="{9E0C0751-EBF8-4DA6-A959-60CFAFA22BEB}" destId="{11EE4AAF-298A-4AB6-8C23-B8FB6CD08BE5}" srcOrd="0" destOrd="0" presId="urn:microsoft.com/office/officeart/2005/8/layout/hList1"/>
    <dgm:cxn modelId="{B57C71C1-B31B-4908-A738-E38156318D2F}" type="presParOf" srcId="{9E0C0751-EBF8-4DA6-A959-60CFAFA22BEB}" destId="{EFB99AF2-925F-4584-9CDE-275F2EC3F9E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170063-2D5F-485F-9270-7A410D491D1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92F75E-257E-4D97-ADE4-36CC24BD3FE6}">
      <dgm:prSet phldrT="[Text]"/>
      <dgm:spPr/>
      <dgm:t>
        <a:bodyPr/>
        <a:lstStyle/>
        <a:p>
          <a:r>
            <a:rPr lang="en-US" dirty="0" smtClean="0"/>
            <a:t>Web</a:t>
          </a:r>
          <a:endParaRPr lang="en-US" dirty="0"/>
        </a:p>
      </dgm:t>
    </dgm:pt>
    <dgm:pt modelId="{181EF874-1C58-45BB-A5DB-1C475420B648}" type="parTrans" cxnId="{FF921D1D-A336-4B00-BAFE-F84ED7DE280F}">
      <dgm:prSet/>
      <dgm:spPr/>
      <dgm:t>
        <a:bodyPr/>
        <a:lstStyle/>
        <a:p>
          <a:endParaRPr lang="en-US"/>
        </a:p>
      </dgm:t>
    </dgm:pt>
    <dgm:pt modelId="{A22A0D68-0382-4393-9511-108CF767197A}" type="sibTrans" cxnId="{FF921D1D-A336-4B00-BAFE-F84ED7DE280F}">
      <dgm:prSet/>
      <dgm:spPr/>
      <dgm:t>
        <a:bodyPr/>
        <a:lstStyle/>
        <a:p>
          <a:endParaRPr lang="en-US"/>
        </a:p>
      </dgm:t>
    </dgm:pt>
    <dgm:pt modelId="{9CE4C47C-77E4-45E9-9281-40125C55886D}">
      <dgm:prSet phldrT="[Text]"/>
      <dgm:spPr/>
      <dgm:t>
        <a:bodyPr/>
        <a:lstStyle/>
        <a:p>
          <a:r>
            <a:rPr lang="en-US" dirty="0" smtClean="0"/>
            <a:t>Mostly single window</a:t>
          </a:r>
          <a:endParaRPr lang="en-US" dirty="0"/>
        </a:p>
      </dgm:t>
    </dgm:pt>
    <dgm:pt modelId="{579B6917-CB09-4232-842A-EC822460DC8B}" type="parTrans" cxnId="{07336451-9DBB-4237-A082-E64CDB61DEAF}">
      <dgm:prSet/>
      <dgm:spPr/>
      <dgm:t>
        <a:bodyPr/>
        <a:lstStyle/>
        <a:p>
          <a:endParaRPr lang="en-US"/>
        </a:p>
      </dgm:t>
    </dgm:pt>
    <dgm:pt modelId="{CD052409-E925-41A5-BA11-3E08BA74FAD6}" type="sibTrans" cxnId="{07336451-9DBB-4237-A082-E64CDB61DEAF}">
      <dgm:prSet/>
      <dgm:spPr/>
      <dgm:t>
        <a:bodyPr/>
        <a:lstStyle/>
        <a:p>
          <a:endParaRPr lang="en-US"/>
        </a:p>
      </dgm:t>
    </dgm:pt>
    <dgm:pt modelId="{ED3370EC-B284-4B70-96B9-7BA8005D6F56}">
      <dgm:prSet phldrT="[Text]"/>
      <dgm:spPr/>
      <dgm:t>
        <a:bodyPr/>
        <a:lstStyle/>
        <a:p>
          <a:r>
            <a:rPr lang="en-US" dirty="0" smtClean="0"/>
            <a:t>Sitemap as global </a:t>
          </a:r>
          <a:r>
            <a:rPr lang="en-US" dirty="0" err="1" smtClean="0"/>
            <a:t>Nav</a:t>
          </a:r>
          <a:r>
            <a:rPr lang="en-US" dirty="0" smtClean="0"/>
            <a:t> Bar</a:t>
          </a:r>
          <a:endParaRPr lang="en-US" dirty="0"/>
        </a:p>
      </dgm:t>
    </dgm:pt>
    <dgm:pt modelId="{1A910B2F-523F-4FA2-9DA7-872640FF6573}" type="parTrans" cxnId="{F6B7F89F-F217-4B00-BD42-D0AFF8F93018}">
      <dgm:prSet/>
      <dgm:spPr/>
      <dgm:t>
        <a:bodyPr/>
        <a:lstStyle/>
        <a:p>
          <a:endParaRPr lang="en-US"/>
        </a:p>
      </dgm:t>
    </dgm:pt>
    <dgm:pt modelId="{C00DC1A0-1CD5-45A9-8A48-0D31167CCAA9}" type="sibTrans" cxnId="{F6B7F89F-F217-4B00-BD42-D0AFF8F93018}">
      <dgm:prSet/>
      <dgm:spPr/>
      <dgm:t>
        <a:bodyPr/>
        <a:lstStyle/>
        <a:p>
          <a:endParaRPr lang="en-US"/>
        </a:p>
      </dgm:t>
    </dgm:pt>
    <dgm:pt modelId="{A579520F-BD66-46EA-9DE6-9E5D92DD9B27}">
      <dgm:prSet phldrT="[Text]"/>
      <dgm:spPr/>
      <dgm:t>
        <a:bodyPr/>
        <a:lstStyle/>
        <a:p>
          <a:r>
            <a:rPr lang="en-US" dirty="0" smtClean="0"/>
            <a:t>Outlook</a:t>
          </a:r>
          <a:endParaRPr lang="en-US" dirty="0"/>
        </a:p>
      </dgm:t>
    </dgm:pt>
    <dgm:pt modelId="{6D209C8D-CC15-4368-B17C-BE144C6F79E5}" type="parTrans" cxnId="{16CAD93A-269C-4EC3-A7C0-F7F7985AAC36}">
      <dgm:prSet/>
      <dgm:spPr/>
      <dgm:t>
        <a:bodyPr/>
        <a:lstStyle/>
        <a:p>
          <a:endParaRPr lang="en-US"/>
        </a:p>
      </dgm:t>
    </dgm:pt>
    <dgm:pt modelId="{A5193100-17BB-4AC6-9C5F-A77F7E03EE57}" type="sibTrans" cxnId="{16CAD93A-269C-4EC3-A7C0-F7F7985AAC36}">
      <dgm:prSet/>
      <dgm:spPr/>
      <dgm:t>
        <a:bodyPr/>
        <a:lstStyle/>
        <a:p>
          <a:endParaRPr lang="en-US"/>
        </a:p>
      </dgm:t>
    </dgm:pt>
    <dgm:pt modelId="{3429F1AA-BCF9-48F6-8F93-C7F8FC3AF727}">
      <dgm:prSet phldrT="[Text]"/>
      <dgm:spPr/>
      <dgm:t>
        <a:bodyPr/>
        <a:lstStyle/>
        <a:p>
          <a:r>
            <a:rPr lang="en-US" dirty="0" smtClean="0"/>
            <a:t>Sitemap shown as folders</a:t>
          </a:r>
          <a:endParaRPr lang="en-US" dirty="0"/>
        </a:p>
      </dgm:t>
    </dgm:pt>
    <dgm:pt modelId="{080A0CA5-2D10-4C29-B549-0A0EDF023CD3}" type="parTrans" cxnId="{8C123D66-1DC8-4040-8C05-FE40F83D563B}">
      <dgm:prSet/>
      <dgm:spPr/>
      <dgm:t>
        <a:bodyPr/>
        <a:lstStyle/>
        <a:p>
          <a:endParaRPr lang="en-US"/>
        </a:p>
      </dgm:t>
    </dgm:pt>
    <dgm:pt modelId="{031DC170-2C2F-49BB-BBEC-915BF7C6091E}" type="sibTrans" cxnId="{8C123D66-1DC8-4040-8C05-FE40F83D563B}">
      <dgm:prSet/>
      <dgm:spPr/>
      <dgm:t>
        <a:bodyPr/>
        <a:lstStyle/>
        <a:p>
          <a:endParaRPr lang="en-US"/>
        </a:p>
      </dgm:t>
    </dgm:pt>
    <dgm:pt modelId="{321358CB-9A22-4AAB-8C6F-E1A20CB4725E}">
      <dgm:prSet phldrT="[Text]"/>
      <dgm:spPr/>
      <dgm:t>
        <a:bodyPr/>
        <a:lstStyle/>
        <a:p>
          <a:r>
            <a:rPr lang="en-US" dirty="0" smtClean="0"/>
            <a:t>Ribbon in main window</a:t>
          </a:r>
          <a:endParaRPr lang="en-US" dirty="0"/>
        </a:p>
      </dgm:t>
    </dgm:pt>
    <dgm:pt modelId="{0B04BE20-8D05-45BC-89D8-57BFD5D13B5A}" type="parTrans" cxnId="{A410CDA9-48B4-4B1C-91F4-2426C4200253}">
      <dgm:prSet/>
      <dgm:spPr/>
      <dgm:t>
        <a:bodyPr/>
        <a:lstStyle/>
        <a:p>
          <a:endParaRPr lang="en-US"/>
        </a:p>
      </dgm:t>
    </dgm:pt>
    <dgm:pt modelId="{49B6754E-1923-4DD5-A693-ACB62C6264C7}" type="sibTrans" cxnId="{A410CDA9-48B4-4B1C-91F4-2426C4200253}">
      <dgm:prSet/>
      <dgm:spPr/>
      <dgm:t>
        <a:bodyPr/>
        <a:lstStyle/>
        <a:p>
          <a:endParaRPr lang="en-US"/>
        </a:p>
      </dgm:t>
    </dgm:pt>
    <dgm:pt modelId="{17617B71-8FAE-46E2-98A2-BA11F33F117C}">
      <dgm:prSet phldrT="[Text]"/>
      <dgm:spPr/>
      <dgm:t>
        <a:bodyPr/>
        <a:lstStyle/>
        <a:p>
          <a:r>
            <a:rPr lang="en-US" dirty="0" smtClean="0"/>
            <a:t>Tablet</a:t>
          </a:r>
          <a:endParaRPr lang="en-US" dirty="0"/>
        </a:p>
      </dgm:t>
    </dgm:pt>
    <dgm:pt modelId="{6DECFEE8-77EF-4DB6-88FD-B89FA98ABE8A}" type="parTrans" cxnId="{3D66585A-F863-49C1-B92D-EFA983600FC8}">
      <dgm:prSet/>
      <dgm:spPr/>
      <dgm:t>
        <a:bodyPr/>
        <a:lstStyle/>
        <a:p>
          <a:endParaRPr lang="en-US"/>
        </a:p>
      </dgm:t>
    </dgm:pt>
    <dgm:pt modelId="{48E6ECEC-2013-4267-A10C-C99277D5DCF1}" type="sibTrans" cxnId="{3D66585A-F863-49C1-B92D-EFA983600FC8}">
      <dgm:prSet/>
      <dgm:spPr/>
      <dgm:t>
        <a:bodyPr/>
        <a:lstStyle/>
        <a:p>
          <a:endParaRPr lang="en-US"/>
        </a:p>
      </dgm:t>
    </dgm:pt>
    <dgm:pt modelId="{375B6F14-BD84-4ADA-8C17-6E0C485DF290}">
      <dgm:prSet phldrT="[Text]"/>
      <dgm:spPr/>
      <dgm:t>
        <a:bodyPr/>
        <a:lstStyle/>
        <a:p>
          <a:r>
            <a:rPr lang="en-US" dirty="0" smtClean="0"/>
            <a:t>Standard forms rendered for touch</a:t>
          </a:r>
          <a:endParaRPr lang="en-US" dirty="0"/>
        </a:p>
      </dgm:t>
    </dgm:pt>
    <dgm:pt modelId="{DC1E13E9-22CB-4224-9841-329DE782273B}" type="parTrans" cxnId="{82659493-CDB4-42CD-9664-711E7B5F0635}">
      <dgm:prSet/>
      <dgm:spPr/>
      <dgm:t>
        <a:bodyPr/>
        <a:lstStyle/>
        <a:p>
          <a:endParaRPr lang="en-US"/>
        </a:p>
      </dgm:t>
    </dgm:pt>
    <dgm:pt modelId="{22C28D7F-D3BF-41F5-9D66-8D2780076C95}" type="sibTrans" cxnId="{82659493-CDB4-42CD-9664-711E7B5F0635}">
      <dgm:prSet/>
      <dgm:spPr/>
      <dgm:t>
        <a:bodyPr/>
        <a:lstStyle/>
        <a:p>
          <a:endParaRPr lang="en-US"/>
        </a:p>
      </dgm:t>
    </dgm:pt>
    <dgm:pt modelId="{AC9245AC-F20F-4501-8FDE-D85438876B00}">
      <dgm:prSet phldrT="[Text]"/>
      <dgm:spPr/>
      <dgm:t>
        <a:bodyPr/>
        <a:lstStyle/>
        <a:p>
          <a:r>
            <a:rPr lang="en-US" dirty="0" smtClean="0"/>
            <a:t>Business Rules supported</a:t>
          </a:r>
          <a:endParaRPr lang="en-US" dirty="0"/>
        </a:p>
      </dgm:t>
    </dgm:pt>
    <dgm:pt modelId="{50F6C58F-5552-49B5-B5D1-89AD7689EA17}" type="parTrans" cxnId="{B7CD14EE-36FA-4216-9017-2729163BA01E}">
      <dgm:prSet/>
      <dgm:spPr/>
      <dgm:t>
        <a:bodyPr/>
        <a:lstStyle/>
        <a:p>
          <a:endParaRPr lang="en-US"/>
        </a:p>
      </dgm:t>
    </dgm:pt>
    <dgm:pt modelId="{DF018221-E4F5-467F-93DD-8FD185040878}" type="sibTrans" cxnId="{B7CD14EE-36FA-4216-9017-2729163BA01E}">
      <dgm:prSet/>
      <dgm:spPr/>
      <dgm:t>
        <a:bodyPr/>
        <a:lstStyle/>
        <a:p>
          <a:endParaRPr lang="en-US"/>
        </a:p>
      </dgm:t>
    </dgm:pt>
    <dgm:pt modelId="{7823E0F2-B0F8-4F4D-8C31-C3DE24232180}">
      <dgm:prSet phldrT="[Text]"/>
      <dgm:spPr/>
      <dgm:t>
        <a:bodyPr/>
        <a:lstStyle/>
        <a:p>
          <a:r>
            <a:rPr lang="en-US" dirty="0" smtClean="0"/>
            <a:t>Phone</a:t>
          </a:r>
          <a:endParaRPr lang="en-US" dirty="0"/>
        </a:p>
      </dgm:t>
    </dgm:pt>
    <dgm:pt modelId="{1EB2841B-8737-4839-9FBA-3531F0B6634F}" type="parTrans" cxnId="{93856E22-3603-49D9-A20E-036DB6F69584}">
      <dgm:prSet/>
      <dgm:spPr/>
      <dgm:t>
        <a:bodyPr/>
        <a:lstStyle/>
        <a:p>
          <a:endParaRPr lang="en-US"/>
        </a:p>
      </dgm:t>
    </dgm:pt>
    <dgm:pt modelId="{D7D81C74-61D0-49AA-975B-FC44A126A6C8}" type="sibTrans" cxnId="{93856E22-3603-49D9-A20E-036DB6F69584}">
      <dgm:prSet/>
      <dgm:spPr/>
      <dgm:t>
        <a:bodyPr/>
        <a:lstStyle/>
        <a:p>
          <a:endParaRPr lang="en-US"/>
        </a:p>
      </dgm:t>
    </dgm:pt>
    <dgm:pt modelId="{7996E1DE-C66B-4BFE-9E8E-867122DBF369}">
      <dgm:prSet phldrT="[Text]"/>
      <dgm:spPr/>
      <dgm:t>
        <a:bodyPr/>
        <a:lstStyle/>
        <a:p>
          <a:r>
            <a:rPr lang="en-US" dirty="0" smtClean="0"/>
            <a:t>Popups for record details</a:t>
          </a:r>
          <a:endParaRPr lang="en-US" dirty="0"/>
        </a:p>
      </dgm:t>
    </dgm:pt>
    <dgm:pt modelId="{23FA26B2-FFBB-4DF6-8644-F611E7F8AE24}" type="parTrans" cxnId="{09098280-B459-497C-8131-35528BDDEF0C}">
      <dgm:prSet/>
      <dgm:spPr/>
      <dgm:t>
        <a:bodyPr/>
        <a:lstStyle/>
        <a:p>
          <a:endParaRPr lang="en-US"/>
        </a:p>
      </dgm:t>
    </dgm:pt>
    <dgm:pt modelId="{DF20B1E1-FDC3-4D9F-B065-D992AD097FB3}" type="sibTrans" cxnId="{09098280-B459-497C-8131-35528BDDEF0C}">
      <dgm:prSet/>
      <dgm:spPr/>
      <dgm:t>
        <a:bodyPr/>
        <a:lstStyle/>
        <a:p>
          <a:endParaRPr lang="en-US"/>
        </a:p>
      </dgm:t>
    </dgm:pt>
    <dgm:pt modelId="{3890572F-A3BD-4C8F-BD26-01FAA5B135E0}">
      <dgm:prSet phldrT="[Text]"/>
      <dgm:spPr/>
      <dgm:t>
        <a:bodyPr/>
        <a:lstStyle/>
        <a:p>
          <a:r>
            <a:rPr lang="en-US" dirty="0" smtClean="0"/>
            <a:t>Separate Mobile forms</a:t>
          </a:r>
          <a:endParaRPr lang="en-US" dirty="0"/>
        </a:p>
      </dgm:t>
    </dgm:pt>
    <dgm:pt modelId="{85873F53-75A7-4D38-82EA-2115DAA413C4}" type="parTrans" cxnId="{FD833420-E1BE-4F53-8F06-D3B922A99554}">
      <dgm:prSet/>
      <dgm:spPr/>
      <dgm:t>
        <a:bodyPr/>
        <a:lstStyle/>
        <a:p>
          <a:endParaRPr lang="en-US"/>
        </a:p>
      </dgm:t>
    </dgm:pt>
    <dgm:pt modelId="{5AD8CFC0-E7E8-48E9-BC2F-022C9B5D0FB4}" type="sibTrans" cxnId="{FD833420-E1BE-4F53-8F06-D3B922A99554}">
      <dgm:prSet/>
      <dgm:spPr/>
      <dgm:t>
        <a:bodyPr/>
        <a:lstStyle/>
        <a:p>
          <a:endParaRPr lang="en-US"/>
        </a:p>
      </dgm:t>
    </dgm:pt>
    <dgm:pt modelId="{8944F0BD-4C67-488A-BB67-7B16810D221A}">
      <dgm:prSet phldrT="[Text]"/>
      <dgm:spPr/>
      <dgm:t>
        <a:bodyPr/>
        <a:lstStyle/>
        <a:p>
          <a:r>
            <a:rPr lang="en-US" dirty="0" smtClean="0"/>
            <a:t>Business Rules not supported</a:t>
          </a:r>
          <a:endParaRPr lang="en-US" dirty="0"/>
        </a:p>
      </dgm:t>
    </dgm:pt>
    <dgm:pt modelId="{8BA88C8C-1634-43A1-A2C2-82E0FF1DC187}" type="parTrans" cxnId="{E245EB3B-3250-4E74-8E62-0425AC57E35E}">
      <dgm:prSet/>
      <dgm:spPr/>
      <dgm:t>
        <a:bodyPr/>
        <a:lstStyle/>
        <a:p>
          <a:endParaRPr lang="en-US"/>
        </a:p>
      </dgm:t>
    </dgm:pt>
    <dgm:pt modelId="{C214D093-5901-4AA1-A4F1-3B125C606AEF}" type="sibTrans" cxnId="{E245EB3B-3250-4E74-8E62-0425AC57E35E}">
      <dgm:prSet/>
      <dgm:spPr/>
      <dgm:t>
        <a:bodyPr/>
        <a:lstStyle/>
        <a:p>
          <a:endParaRPr lang="en-US"/>
        </a:p>
      </dgm:t>
    </dgm:pt>
    <dgm:pt modelId="{4C7CC2D8-86A5-4A99-A5D8-25C435CCDC7E}">
      <dgm:prSet phldrT="[Text]"/>
      <dgm:spPr/>
      <dgm:t>
        <a:bodyPr/>
        <a:lstStyle/>
        <a:p>
          <a:r>
            <a:rPr lang="en-US" dirty="0" smtClean="0"/>
            <a:t>Scripts supported</a:t>
          </a:r>
          <a:endParaRPr lang="en-US" dirty="0"/>
        </a:p>
      </dgm:t>
    </dgm:pt>
    <dgm:pt modelId="{A2003381-1948-4FD8-9436-9068F3486DA3}" type="parTrans" cxnId="{D7EDCA15-5FF9-4239-8C22-0DB4B6067383}">
      <dgm:prSet/>
      <dgm:spPr/>
      <dgm:t>
        <a:bodyPr/>
        <a:lstStyle/>
        <a:p>
          <a:endParaRPr lang="en-US"/>
        </a:p>
      </dgm:t>
    </dgm:pt>
    <dgm:pt modelId="{7468CA24-F282-425F-AA72-50C3DC74EEEC}" type="sibTrans" cxnId="{D7EDCA15-5FF9-4239-8C22-0DB4B6067383}">
      <dgm:prSet/>
      <dgm:spPr/>
      <dgm:t>
        <a:bodyPr/>
        <a:lstStyle/>
        <a:p>
          <a:endParaRPr lang="en-US"/>
        </a:p>
      </dgm:t>
    </dgm:pt>
    <dgm:pt modelId="{0D160251-B05E-44BF-9AAD-F62854389C0F}">
      <dgm:prSet phldrT="[Text]"/>
      <dgm:spPr/>
      <dgm:t>
        <a:bodyPr/>
        <a:lstStyle/>
        <a:p>
          <a:r>
            <a:rPr lang="en-US" dirty="0" smtClean="0"/>
            <a:t>One dashboard</a:t>
          </a:r>
          <a:endParaRPr lang="en-US" dirty="0"/>
        </a:p>
      </dgm:t>
    </dgm:pt>
    <dgm:pt modelId="{F15A0B68-013E-40D0-BF57-D897CFDB7E8F}" type="parTrans" cxnId="{CBDE6253-605A-421A-AE6E-F8151A5FE579}">
      <dgm:prSet/>
      <dgm:spPr/>
      <dgm:t>
        <a:bodyPr/>
        <a:lstStyle/>
        <a:p>
          <a:endParaRPr lang="en-US"/>
        </a:p>
      </dgm:t>
    </dgm:pt>
    <dgm:pt modelId="{3F8CB2D6-6FBC-4D3B-A9F2-23C51D78E69C}" type="sibTrans" cxnId="{CBDE6253-605A-421A-AE6E-F8151A5FE579}">
      <dgm:prSet/>
      <dgm:spPr/>
      <dgm:t>
        <a:bodyPr/>
        <a:lstStyle/>
        <a:p>
          <a:endParaRPr lang="en-US"/>
        </a:p>
      </dgm:t>
    </dgm:pt>
    <dgm:pt modelId="{F221493F-F6F0-4ADD-AA2A-019A9EAA96D1}">
      <dgm:prSet phldrT="[Text]"/>
      <dgm:spPr/>
      <dgm:t>
        <a:bodyPr/>
        <a:lstStyle/>
        <a:p>
          <a:r>
            <a:rPr lang="en-US" dirty="0" smtClean="0"/>
            <a:t>No HTML or </a:t>
          </a:r>
          <a:r>
            <a:rPr lang="en-US" dirty="0" err="1" smtClean="0"/>
            <a:t>iFrames</a:t>
          </a:r>
          <a:r>
            <a:rPr lang="en-US" dirty="0" smtClean="0"/>
            <a:t> support</a:t>
          </a:r>
          <a:endParaRPr lang="en-US" dirty="0"/>
        </a:p>
      </dgm:t>
    </dgm:pt>
    <dgm:pt modelId="{A4CE70BF-3E4D-409E-9D23-3D80998A66D7}" type="parTrans" cxnId="{21956D15-8ED1-402E-8046-E9C572471095}">
      <dgm:prSet/>
      <dgm:spPr/>
      <dgm:t>
        <a:bodyPr/>
        <a:lstStyle/>
        <a:p>
          <a:endParaRPr lang="en-US"/>
        </a:p>
      </dgm:t>
    </dgm:pt>
    <dgm:pt modelId="{45F38C94-F893-45F8-B1F8-3CB074BA1264}" type="sibTrans" cxnId="{21956D15-8ED1-402E-8046-E9C572471095}">
      <dgm:prSet/>
      <dgm:spPr/>
      <dgm:t>
        <a:bodyPr/>
        <a:lstStyle/>
        <a:p>
          <a:endParaRPr lang="en-US"/>
        </a:p>
      </dgm:t>
    </dgm:pt>
    <dgm:pt modelId="{C29778E6-872E-448A-B54D-752688C1CE5F}">
      <dgm:prSet phldrT="[Text]"/>
      <dgm:spPr/>
      <dgm:t>
        <a:bodyPr/>
        <a:lstStyle/>
        <a:p>
          <a:r>
            <a:rPr lang="en-US" dirty="0" smtClean="0"/>
            <a:t>Preview form as single column</a:t>
          </a:r>
          <a:endParaRPr lang="en-US" dirty="0"/>
        </a:p>
      </dgm:t>
    </dgm:pt>
    <dgm:pt modelId="{321D923D-28F5-463C-9D62-9DC91D0AE79C}" type="parTrans" cxnId="{3CCB70E8-E08F-497E-92FB-B4B4BA3EA3FD}">
      <dgm:prSet/>
      <dgm:spPr/>
      <dgm:t>
        <a:bodyPr/>
        <a:lstStyle/>
        <a:p>
          <a:endParaRPr lang="en-US"/>
        </a:p>
      </dgm:t>
    </dgm:pt>
    <dgm:pt modelId="{5FE55620-7EE8-4DA2-8AC2-7AE769F73978}" type="sibTrans" cxnId="{3CCB70E8-E08F-497E-92FB-B4B4BA3EA3FD}">
      <dgm:prSet/>
      <dgm:spPr/>
      <dgm:t>
        <a:bodyPr/>
        <a:lstStyle/>
        <a:p>
          <a:endParaRPr lang="en-US"/>
        </a:p>
      </dgm:t>
    </dgm:pt>
    <dgm:pt modelId="{B1548944-BC40-41D7-BC81-78AD8EB78AA8}">
      <dgm:prSet phldrT="[Text]"/>
      <dgm:spPr/>
      <dgm:t>
        <a:bodyPr/>
        <a:lstStyle/>
        <a:p>
          <a:r>
            <a:rPr lang="en-US" dirty="0" smtClean="0"/>
            <a:t>3 column form layout by default</a:t>
          </a:r>
          <a:endParaRPr lang="en-US" dirty="0"/>
        </a:p>
      </dgm:t>
    </dgm:pt>
    <dgm:pt modelId="{EC09A748-7335-4F97-A4F8-9197700B9121}" type="parTrans" cxnId="{3343A14F-FF9A-4EC5-BF2D-6BA61DDAD0D2}">
      <dgm:prSet/>
      <dgm:spPr/>
      <dgm:t>
        <a:bodyPr/>
        <a:lstStyle/>
        <a:p>
          <a:endParaRPr lang="en-US"/>
        </a:p>
      </dgm:t>
    </dgm:pt>
    <dgm:pt modelId="{C46CEDC5-6758-4543-A67A-1CD6A7D2F85B}" type="sibTrans" cxnId="{3343A14F-FF9A-4EC5-BF2D-6BA61DDAD0D2}">
      <dgm:prSet/>
      <dgm:spPr/>
      <dgm:t>
        <a:bodyPr/>
        <a:lstStyle/>
        <a:p>
          <a:endParaRPr lang="en-US"/>
        </a:p>
      </dgm:t>
    </dgm:pt>
    <dgm:pt modelId="{8229E2DE-B9A9-40B5-B9AF-DC210534493D}">
      <dgm:prSet phldrT="[Text]"/>
      <dgm:spPr/>
      <dgm:t>
        <a:bodyPr/>
        <a:lstStyle/>
        <a:p>
          <a:r>
            <a:rPr lang="en-US" dirty="0" smtClean="0"/>
            <a:t>No Global Quick Create</a:t>
          </a:r>
          <a:endParaRPr lang="en-US" dirty="0"/>
        </a:p>
      </dgm:t>
    </dgm:pt>
    <dgm:pt modelId="{998970F2-BA76-4A02-BFF3-1D3136540274}" type="parTrans" cxnId="{1337E0A1-25AD-4CE9-B2BE-5E5A71DE4CCB}">
      <dgm:prSet/>
      <dgm:spPr/>
      <dgm:t>
        <a:bodyPr/>
        <a:lstStyle/>
        <a:p>
          <a:endParaRPr lang="en-US"/>
        </a:p>
      </dgm:t>
    </dgm:pt>
    <dgm:pt modelId="{70DAA378-C269-4153-96B7-434CEAC05046}" type="sibTrans" cxnId="{1337E0A1-25AD-4CE9-B2BE-5E5A71DE4CCB}">
      <dgm:prSet/>
      <dgm:spPr/>
      <dgm:t>
        <a:bodyPr/>
        <a:lstStyle/>
        <a:p>
          <a:endParaRPr lang="en-US"/>
        </a:p>
      </dgm:t>
    </dgm:pt>
    <dgm:pt modelId="{B746B8E5-7E79-492C-8E35-B4CE60A3135E}">
      <dgm:prSet phldrT="[Text]"/>
      <dgm:spPr/>
      <dgm:t>
        <a:bodyPr/>
        <a:lstStyle/>
        <a:p>
          <a:r>
            <a:rPr lang="en-US" dirty="0" smtClean="0"/>
            <a:t>No more Ribbon</a:t>
          </a:r>
          <a:endParaRPr lang="en-US" dirty="0"/>
        </a:p>
      </dgm:t>
    </dgm:pt>
    <dgm:pt modelId="{60F70F7B-CC5B-44C2-9C1D-DACE025FC78F}" type="parTrans" cxnId="{6A6AB24E-1A9E-4551-AB0A-82209CBC420B}">
      <dgm:prSet/>
      <dgm:spPr/>
      <dgm:t>
        <a:bodyPr/>
        <a:lstStyle/>
        <a:p>
          <a:endParaRPr lang="en-US"/>
        </a:p>
      </dgm:t>
    </dgm:pt>
    <dgm:pt modelId="{8E92FD36-780D-4700-9479-867124673DD3}" type="sibTrans" cxnId="{6A6AB24E-1A9E-4551-AB0A-82209CBC420B}">
      <dgm:prSet/>
      <dgm:spPr/>
      <dgm:t>
        <a:bodyPr/>
        <a:lstStyle/>
        <a:p>
          <a:endParaRPr lang="en-US"/>
        </a:p>
      </dgm:t>
    </dgm:pt>
    <dgm:pt modelId="{891CD302-2A63-452D-8FB6-0FFAEC77FD89}" type="pres">
      <dgm:prSet presAssocID="{07170063-2D5F-485F-9270-7A410D491D1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B4D31C6-2B9C-4C34-ADFA-FEF7F577B8E9}" type="pres">
      <dgm:prSet presAssocID="{A692F75E-257E-4D97-ADE4-36CC24BD3FE6}" presName="composite" presStyleCnt="0"/>
      <dgm:spPr/>
    </dgm:pt>
    <dgm:pt modelId="{65C8773B-81B9-4812-B65B-B18019607C7D}" type="pres">
      <dgm:prSet presAssocID="{A692F75E-257E-4D97-ADE4-36CC24BD3FE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8F78AE-EDF5-4055-B844-F79EA72C3A1E}" type="pres">
      <dgm:prSet presAssocID="{A692F75E-257E-4D97-ADE4-36CC24BD3FE6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4C53E8-CA7C-4CE3-88CD-BD8CFD215C1A}" type="pres">
      <dgm:prSet presAssocID="{A22A0D68-0382-4393-9511-108CF767197A}" presName="space" presStyleCnt="0"/>
      <dgm:spPr/>
    </dgm:pt>
    <dgm:pt modelId="{CB2EFE16-63A8-4CFA-BA85-1250D1B87415}" type="pres">
      <dgm:prSet presAssocID="{A579520F-BD66-46EA-9DE6-9E5D92DD9B27}" presName="composite" presStyleCnt="0"/>
      <dgm:spPr/>
    </dgm:pt>
    <dgm:pt modelId="{D93F5DA9-70A2-4480-A9DB-332176A8BF5D}" type="pres">
      <dgm:prSet presAssocID="{A579520F-BD66-46EA-9DE6-9E5D92DD9B27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F38197-1FD5-49C5-AD4D-D566553F2F88}" type="pres">
      <dgm:prSet presAssocID="{A579520F-BD66-46EA-9DE6-9E5D92DD9B27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64CB5A-4C60-4E99-932C-6E75BD061DC0}" type="pres">
      <dgm:prSet presAssocID="{A5193100-17BB-4AC6-9C5F-A77F7E03EE57}" presName="space" presStyleCnt="0"/>
      <dgm:spPr/>
    </dgm:pt>
    <dgm:pt modelId="{5C70FB60-A64A-4C79-B72D-46698CB192F9}" type="pres">
      <dgm:prSet presAssocID="{17617B71-8FAE-46E2-98A2-BA11F33F117C}" presName="composite" presStyleCnt="0"/>
      <dgm:spPr/>
    </dgm:pt>
    <dgm:pt modelId="{FB062E90-79B3-4887-B4BB-14D26A04D328}" type="pres">
      <dgm:prSet presAssocID="{17617B71-8FAE-46E2-98A2-BA11F33F117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A916CB-4736-4886-B30A-CF2AE2A23588}" type="pres">
      <dgm:prSet presAssocID="{17617B71-8FAE-46E2-98A2-BA11F33F117C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E0DF79-788F-4BC2-B8D0-4A94D72CA3DC}" type="pres">
      <dgm:prSet presAssocID="{48E6ECEC-2013-4267-A10C-C99277D5DCF1}" presName="space" presStyleCnt="0"/>
      <dgm:spPr/>
    </dgm:pt>
    <dgm:pt modelId="{9E0C0751-EBF8-4DA6-A959-60CFAFA22BEB}" type="pres">
      <dgm:prSet presAssocID="{7823E0F2-B0F8-4F4D-8C31-C3DE24232180}" presName="composite" presStyleCnt="0"/>
      <dgm:spPr/>
    </dgm:pt>
    <dgm:pt modelId="{11EE4AAF-298A-4AB6-8C23-B8FB6CD08BE5}" type="pres">
      <dgm:prSet presAssocID="{7823E0F2-B0F8-4F4D-8C31-C3DE24232180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B99AF2-925F-4584-9CDE-275F2EC3F9E0}" type="pres">
      <dgm:prSet presAssocID="{7823E0F2-B0F8-4F4D-8C31-C3DE24232180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9F2CC4-B2B2-4FE4-ABF5-8C0A26B61F0F}" type="presOf" srcId="{4C7CC2D8-86A5-4A99-A5D8-25C435CCDC7E}" destId="{0FA916CB-4736-4886-B30A-CF2AE2A23588}" srcOrd="0" destOrd="3" presId="urn:microsoft.com/office/officeart/2005/8/layout/hList1"/>
    <dgm:cxn modelId="{3343A14F-FF9A-4EC5-BF2D-6BA61DDAD0D2}" srcId="{A692F75E-257E-4D97-ADE4-36CC24BD3FE6}" destId="{B1548944-BC40-41D7-BC81-78AD8EB78AA8}" srcOrd="2" destOrd="0" parTransId="{EC09A748-7335-4F97-A4F8-9197700B9121}" sibTransId="{C46CEDC5-6758-4543-A67A-1CD6A7D2F85B}"/>
    <dgm:cxn modelId="{A9342CE4-8503-4DA6-93A0-0C611366DFA4}" type="presOf" srcId="{17617B71-8FAE-46E2-98A2-BA11F33F117C}" destId="{FB062E90-79B3-4887-B4BB-14D26A04D328}" srcOrd="0" destOrd="0" presId="urn:microsoft.com/office/officeart/2005/8/layout/hList1"/>
    <dgm:cxn modelId="{F6B7F89F-F217-4B00-BD42-D0AFF8F93018}" srcId="{A692F75E-257E-4D97-ADE4-36CC24BD3FE6}" destId="{ED3370EC-B284-4B70-96B9-7BA8005D6F56}" srcOrd="1" destOrd="0" parTransId="{1A910B2F-523F-4FA2-9DA7-872640FF6573}" sibTransId="{C00DC1A0-1CD5-45A9-8A48-0D31167CCAA9}"/>
    <dgm:cxn modelId="{FD833420-E1BE-4F53-8F06-D3B922A99554}" srcId="{7823E0F2-B0F8-4F4D-8C31-C3DE24232180}" destId="{3890572F-A3BD-4C8F-BD26-01FAA5B135E0}" srcOrd="0" destOrd="0" parTransId="{85873F53-75A7-4D38-82EA-2115DAA413C4}" sibTransId="{5AD8CFC0-E7E8-48E9-BC2F-022C9B5D0FB4}"/>
    <dgm:cxn modelId="{82659493-CDB4-42CD-9664-711E7B5F0635}" srcId="{17617B71-8FAE-46E2-98A2-BA11F33F117C}" destId="{375B6F14-BD84-4ADA-8C17-6E0C485DF290}" srcOrd="0" destOrd="0" parTransId="{DC1E13E9-22CB-4224-9841-329DE782273B}" sibTransId="{22C28D7F-D3BF-41F5-9D66-8D2780076C95}"/>
    <dgm:cxn modelId="{A087A22F-F0C4-4743-B031-A49F7F2EA4E0}" type="presOf" srcId="{8229E2DE-B9A9-40B5-B9AF-DC210534493D}" destId="{14F38197-1FD5-49C5-AD4D-D566553F2F88}" srcOrd="0" destOrd="4" presId="urn:microsoft.com/office/officeart/2005/8/layout/hList1"/>
    <dgm:cxn modelId="{A410CDA9-48B4-4B1C-91F4-2426C4200253}" srcId="{A579520F-BD66-46EA-9DE6-9E5D92DD9B27}" destId="{321358CB-9A22-4AAB-8C6F-E1A20CB4725E}" srcOrd="1" destOrd="0" parTransId="{0B04BE20-8D05-45BC-89D8-57BFD5D13B5A}" sibTransId="{49B6754E-1923-4DD5-A693-ACB62C6264C7}"/>
    <dgm:cxn modelId="{916E0595-986E-45F7-A683-1E95A6F8D3C3}" type="presOf" srcId="{AC9245AC-F20F-4501-8FDE-D85438876B00}" destId="{0FA916CB-4736-4886-B30A-CF2AE2A23588}" srcOrd="0" destOrd="2" presId="urn:microsoft.com/office/officeart/2005/8/layout/hList1"/>
    <dgm:cxn modelId="{09098280-B459-497C-8131-35528BDDEF0C}" srcId="{A579520F-BD66-46EA-9DE6-9E5D92DD9B27}" destId="{7996E1DE-C66B-4BFE-9E8E-867122DBF369}" srcOrd="2" destOrd="0" parTransId="{23FA26B2-FFBB-4DF6-8644-F611E7F8AE24}" sibTransId="{DF20B1E1-FDC3-4D9F-B065-D992AD097FB3}"/>
    <dgm:cxn modelId="{D7EDCA15-5FF9-4239-8C22-0DB4B6067383}" srcId="{17617B71-8FAE-46E2-98A2-BA11F33F117C}" destId="{4C7CC2D8-86A5-4A99-A5D8-25C435CCDC7E}" srcOrd="3" destOrd="0" parTransId="{A2003381-1948-4FD8-9436-9068F3486DA3}" sibTransId="{7468CA24-F282-425F-AA72-50C3DC74EEEC}"/>
    <dgm:cxn modelId="{0AB7B91B-329C-4E26-AF65-F916A179B294}" type="presOf" srcId="{ED3370EC-B284-4B70-96B9-7BA8005D6F56}" destId="{458F78AE-EDF5-4055-B844-F79EA72C3A1E}" srcOrd="0" destOrd="1" presId="urn:microsoft.com/office/officeart/2005/8/layout/hList1"/>
    <dgm:cxn modelId="{0375C83A-6015-4854-9B34-325197229692}" type="presOf" srcId="{C29778E6-872E-448A-B54D-752688C1CE5F}" destId="{14F38197-1FD5-49C5-AD4D-D566553F2F88}" srcOrd="0" destOrd="3" presId="urn:microsoft.com/office/officeart/2005/8/layout/hList1"/>
    <dgm:cxn modelId="{FF921D1D-A336-4B00-BAFE-F84ED7DE280F}" srcId="{07170063-2D5F-485F-9270-7A410D491D13}" destId="{A692F75E-257E-4D97-ADE4-36CC24BD3FE6}" srcOrd="0" destOrd="0" parTransId="{181EF874-1C58-45BB-A5DB-1C475420B648}" sibTransId="{A22A0D68-0382-4393-9511-108CF767197A}"/>
    <dgm:cxn modelId="{8C123D66-1DC8-4040-8C05-FE40F83D563B}" srcId="{A579520F-BD66-46EA-9DE6-9E5D92DD9B27}" destId="{3429F1AA-BCF9-48F6-8F93-C7F8FC3AF727}" srcOrd="0" destOrd="0" parTransId="{080A0CA5-2D10-4C29-B549-0A0EDF023CD3}" sibTransId="{031DC170-2C2F-49BB-BBEC-915BF7C6091E}"/>
    <dgm:cxn modelId="{FCC0B77C-0981-4178-B08B-3C987C52BAF7}" type="presOf" srcId="{B1548944-BC40-41D7-BC81-78AD8EB78AA8}" destId="{458F78AE-EDF5-4055-B844-F79EA72C3A1E}" srcOrd="0" destOrd="2" presId="urn:microsoft.com/office/officeart/2005/8/layout/hList1"/>
    <dgm:cxn modelId="{A4227514-67A1-48D0-AE0B-C71E3FD808CC}" type="presOf" srcId="{8944F0BD-4C67-488A-BB67-7B16810D221A}" destId="{EFB99AF2-925F-4584-9CDE-275F2EC3F9E0}" srcOrd="0" destOrd="1" presId="urn:microsoft.com/office/officeart/2005/8/layout/hList1"/>
    <dgm:cxn modelId="{72140951-190E-4A69-A611-31A7E5BCE4A3}" type="presOf" srcId="{321358CB-9A22-4AAB-8C6F-E1A20CB4725E}" destId="{14F38197-1FD5-49C5-AD4D-D566553F2F88}" srcOrd="0" destOrd="1" presId="urn:microsoft.com/office/officeart/2005/8/layout/hList1"/>
    <dgm:cxn modelId="{21956D15-8ED1-402E-8046-E9C572471095}" srcId="{17617B71-8FAE-46E2-98A2-BA11F33F117C}" destId="{F221493F-F6F0-4ADD-AA2A-019A9EAA96D1}" srcOrd="4" destOrd="0" parTransId="{A4CE70BF-3E4D-409E-9D23-3D80998A66D7}" sibTransId="{45F38C94-F893-45F8-B1F8-3CB074BA1264}"/>
    <dgm:cxn modelId="{EC35A573-F359-49B7-8B02-347936541F62}" type="presOf" srcId="{7996E1DE-C66B-4BFE-9E8E-867122DBF369}" destId="{14F38197-1FD5-49C5-AD4D-D566553F2F88}" srcOrd="0" destOrd="2" presId="urn:microsoft.com/office/officeart/2005/8/layout/hList1"/>
    <dgm:cxn modelId="{3E99F4BF-69CD-4B1F-B27C-7CC36302F537}" type="presOf" srcId="{F221493F-F6F0-4ADD-AA2A-019A9EAA96D1}" destId="{0FA916CB-4736-4886-B30A-CF2AE2A23588}" srcOrd="0" destOrd="4" presId="urn:microsoft.com/office/officeart/2005/8/layout/hList1"/>
    <dgm:cxn modelId="{07336451-9DBB-4237-A082-E64CDB61DEAF}" srcId="{A692F75E-257E-4D97-ADE4-36CC24BD3FE6}" destId="{9CE4C47C-77E4-45E9-9281-40125C55886D}" srcOrd="0" destOrd="0" parTransId="{579B6917-CB09-4232-842A-EC822460DC8B}" sibTransId="{CD052409-E925-41A5-BA11-3E08BA74FAD6}"/>
    <dgm:cxn modelId="{B7CD14EE-36FA-4216-9017-2729163BA01E}" srcId="{17617B71-8FAE-46E2-98A2-BA11F33F117C}" destId="{AC9245AC-F20F-4501-8FDE-D85438876B00}" srcOrd="2" destOrd="0" parTransId="{50F6C58F-5552-49B5-B5D1-89AD7689EA17}" sibTransId="{DF018221-E4F5-467F-93DD-8FD185040878}"/>
    <dgm:cxn modelId="{082215D1-7EAF-4C79-8E54-A7BD36272EC9}" type="presOf" srcId="{7823E0F2-B0F8-4F4D-8C31-C3DE24232180}" destId="{11EE4AAF-298A-4AB6-8C23-B8FB6CD08BE5}" srcOrd="0" destOrd="0" presId="urn:microsoft.com/office/officeart/2005/8/layout/hList1"/>
    <dgm:cxn modelId="{2C34A6D3-95AC-4786-A869-2AE2AA3CC863}" type="presOf" srcId="{0D160251-B05E-44BF-9AAD-F62854389C0F}" destId="{0FA916CB-4736-4886-B30A-CF2AE2A23588}" srcOrd="0" destOrd="1" presId="urn:microsoft.com/office/officeart/2005/8/layout/hList1"/>
    <dgm:cxn modelId="{3048A44C-2EE7-4459-8C16-9DB249A75EA6}" type="presOf" srcId="{A579520F-BD66-46EA-9DE6-9E5D92DD9B27}" destId="{D93F5DA9-70A2-4480-A9DB-332176A8BF5D}" srcOrd="0" destOrd="0" presId="urn:microsoft.com/office/officeart/2005/8/layout/hList1"/>
    <dgm:cxn modelId="{E245EB3B-3250-4E74-8E62-0425AC57E35E}" srcId="{7823E0F2-B0F8-4F4D-8C31-C3DE24232180}" destId="{8944F0BD-4C67-488A-BB67-7B16810D221A}" srcOrd="1" destOrd="0" parTransId="{8BA88C8C-1634-43A1-A2C2-82E0FF1DC187}" sibTransId="{C214D093-5901-4AA1-A4F1-3B125C606AEF}"/>
    <dgm:cxn modelId="{3CCB70E8-E08F-497E-92FB-B4B4BA3EA3FD}" srcId="{A579520F-BD66-46EA-9DE6-9E5D92DD9B27}" destId="{C29778E6-872E-448A-B54D-752688C1CE5F}" srcOrd="3" destOrd="0" parTransId="{321D923D-28F5-463C-9D62-9DC91D0AE79C}" sibTransId="{5FE55620-7EE8-4DA2-8AC2-7AE769F73978}"/>
    <dgm:cxn modelId="{3D66585A-F863-49C1-B92D-EFA983600FC8}" srcId="{07170063-2D5F-485F-9270-7A410D491D13}" destId="{17617B71-8FAE-46E2-98A2-BA11F33F117C}" srcOrd="2" destOrd="0" parTransId="{6DECFEE8-77EF-4DB6-88FD-B89FA98ABE8A}" sibTransId="{48E6ECEC-2013-4267-A10C-C99277D5DCF1}"/>
    <dgm:cxn modelId="{1C4FB306-F115-4EED-B594-45C4F0A3D4F1}" type="presOf" srcId="{9CE4C47C-77E4-45E9-9281-40125C55886D}" destId="{458F78AE-EDF5-4055-B844-F79EA72C3A1E}" srcOrd="0" destOrd="0" presId="urn:microsoft.com/office/officeart/2005/8/layout/hList1"/>
    <dgm:cxn modelId="{EA8EAF71-46FB-47CF-A776-684B92030C32}" type="presOf" srcId="{3429F1AA-BCF9-48F6-8F93-C7F8FC3AF727}" destId="{14F38197-1FD5-49C5-AD4D-D566553F2F88}" srcOrd="0" destOrd="0" presId="urn:microsoft.com/office/officeart/2005/8/layout/hList1"/>
    <dgm:cxn modelId="{CBDE6253-605A-421A-AE6E-F8151A5FE579}" srcId="{17617B71-8FAE-46E2-98A2-BA11F33F117C}" destId="{0D160251-B05E-44BF-9AAD-F62854389C0F}" srcOrd="1" destOrd="0" parTransId="{F15A0B68-013E-40D0-BF57-D897CFDB7E8F}" sibTransId="{3F8CB2D6-6FBC-4D3B-A9F2-23C51D78E69C}"/>
    <dgm:cxn modelId="{16CAD93A-269C-4EC3-A7C0-F7F7985AAC36}" srcId="{07170063-2D5F-485F-9270-7A410D491D13}" destId="{A579520F-BD66-46EA-9DE6-9E5D92DD9B27}" srcOrd="1" destOrd="0" parTransId="{6D209C8D-CC15-4368-B17C-BE144C6F79E5}" sibTransId="{A5193100-17BB-4AC6-9C5F-A77F7E03EE57}"/>
    <dgm:cxn modelId="{1337E0A1-25AD-4CE9-B2BE-5E5A71DE4CCB}" srcId="{A579520F-BD66-46EA-9DE6-9E5D92DD9B27}" destId="{8229E2DE-B9A9-40B5-B9AF-DC210534493D}" srcOrd="4" destOrd="0" parTransId="{998970F2-BA76-4A02-BFF3-1D3136540274}" sibTransId="{70DAA378-C269-4153-96B7-434CEAC05046}"/>
    <dgm:cxn modelId="{747631A9-FCF7-44DA-8B4A-2134E042DE79}" type="presOf" srcId="{07170063-2D5F-485F-9270-7A410D491D13}" destId="{891CD302-2A63-452D-8FB6-0FFAEC77FD89}" srcOrd="0" destOrd="0" presId="urn:microsoft.com/office/officeart/2005/8/layout/hList1"/>
    <dgm:cxn modelId="{93856E22-3603-49D9-A20E-036DB6F69584}" srcId="{07170063-2D5F-485F-9270-7A410D491D13}" destId="{7823E0F2-B0F8-4F4D-8C31-C3DE24232180}" srcOrd="3" destOrd="0" parTransId="{1EB2841B-8737-4839-9FBA-3531F0B6634F}" sibTransId="{D7D81C74-61D0-49AA-975B-FC44A126A6C8}"/>
    <dgm:cxn modelId="{9BF9F1C1-1972-449E-ACFC-2CCFC9018FF2}" type="presOf" srcId="{3890572F-A3BD-4C8F-BD26-01FAA5B135E0}" destId="{EFB99AF2-925F-4584-9CDE-275F2EC3F9E0}" srcOrd="0" destOrd="0" presId="urn:microsoft.com/office/officeart/2005/8/layout/hList1"/>
    <dgm:cxn modelId="{D404370D-008F-462F-8D85-EBB136369A89}" type="presOf" srcId="{A692F75E-257E-4D97-ADE4-36CC24BD3FE6}" destId="{65C8773B-81B9-4812-B65B-B18019607C7D}" srcOrd="0" destOrd="0" presId="urn:microsoft.com/office/officeart/2005/8/layout/hList1"/>
    <dgm:cxn modelId="{680D3367-7483-4563-BB53-F1E154BB12AB}" type="presOf" srcId="{B746B8E5-7E79-492C-8E35-B4CE60A3135E}" destId="{458F78AE-EDF5-4055-B844-F79EA72C3A1E}" srcOrd="0" destOrd="3" presId="urn:microsoft.com/office/officeart/2005/8/layout/hList1"/>
    <dgm:cxn modelId="{115EB82E-B46E-453D-A189-8686E3D66476}" type="presOf" srcId="{375B6F14-BD84-4ADA-8C17-6E0C485DF290}" destId="{0FA916CB-4736-4886-B30A-CF2AE2A23588}" srcOrd="0" destOrd="0" presId="urn:microsoft.com/office/officeart/2005/8/layout/hList1"/>
    <dgm:cxn modelId="{6A6AB24E-1A9E-4551-AB0A-82209CBC420B}" srcId="{A692F75E-257E-4D97-ADE4-36CC24BD3FE6}" destId="{B746B8E5-7E79-492C-8E35-B4CE60A3135E}" srcOrd="3" destOrd="0" parTransId="{60F70F7B-CC5B-44C2-9C1D-DACE025FC78F}" sibTransId="{8E92FD36-780D-4700-9479-867124673DD3}"/>
    <dgm:cxn modelId="{E12244C6-CFBC-490F-B54E-0B7004B15118}" type="presParOf" srcId="{891CD302-2A63-452D-8FB6-0FFAEC77FD89}" destId="{5B4D31C6-2B9C-4C34-ADFA-FEF7F577B8E9}" srcOrd="0" destOrd="0" presId="urn:microsoft.com/office/officeart/2005/8/layout/hList1"/>
    <dgm:cxn modelId="{0402C978-2CD8-4765-A2B8-C6D82F266532}" type="presParOf" srcId="{5B4D31C6-2B9C-4C34-ADFA-FEF7F577B8E9}" destId="{65C8773B-81B9-4812-B65B-B18019607C7D}" srcOrd="0" destOrd="0" presId="urn:microsoft.com/office/officeart/2005/8/layout/hList1"/>
    <dgm:cxn modelId="{37D45E09-56E3-4376-AFD6-12BB0CEFDB4E}" type="presParOf" srcId="{5B4D31C6-2B9C-4C34-ADFA-FEF7F577B8E9}" destId="{458F78AE-EDF5-4055-B844-F79EA72C3A1E}" srcOrd="1" destOrd="0" presId="urn:microsoft.com/office/officeart/2005/8/layout/hList1"/>
    <dgm:cxn modelId="{A4A7C2D8-8CB1-4EAD-8FC2-C522C11BC273}" type="presParOf" srcId="{891CD302-2A63-452D-8FB6-0FFAEC77FD89}" destId="{D24C53E8-CA7C-4CE3-88CD-BD8CFD215C1A}" srcOrd="1" destOrd="0" presId="urn:microsoft.com/office/officeart/2005/8/layout/hList1"/>
    <dgm:cxn modelId="{24F6611E-D42A-4B7D-9E23-B8BB9A1A76ED}" type="presParOf" srcId="{891CD302-2A63-452D-8FB6-0FFAEC77FD89}" destId="{CB2EFE16-63A8-4CFA-BA85-1250D1B87415}" srcOrd="2" destOrd="0" presId="urn:microsoft.com/office/officeart/2005/8/layout/hList1"/>
    <dgm:cxn modelId="{A8D37746-93C4-4D36-868A-4CC8C15101A3}" type="presParOf" srcId="{CB2EFE16-63A8-4CFA-BA85-1250D1B87415}" destId="{D93F5DA9-70A2-4480-A9DB-332176A8BF5D}" srcOrd="0" destOrd="0" presId="urn:microsoft.com/office/officeart/2005/8/layout/hList1"/>
    <dgm:cxn modelId="{79AEF5BD-D0B8-4519-9883-0791E1BCA2CA}" type="presParOf" srcId="{CB2EFE16-63A8-4CFA-BA85-1250D1B87415}" destId="{14F38197-1FD5-49C5-AD4D-D566553F2F88}" srcOrd="1" destOrd="0" presId="urn:microsoft.com/office/officeart/2005/8/layout/hList1"/>
    <dgm:cxn modelId="{48AE2297-716F-4CA9-A57D-7737AFF7ADD5}" type="presParOf" srcId="{891CD302-2A63-452D-8FB6-0FFAEC77FD89}" destId="{7064CB5A-4C60-4E99-932C-6E75BD061DC0}" srcOrd="3" destOrd="0" presId="urn:microsoft.com/office/officeart/2005/8/layout/hList1"/>
    <dgm:cxn modelId="{A337F1EA-7FCD-46D4-8384-EF156502B9FC}" type="presParOf" srcId="{891CD302-2A63-452D-8FB6-0FFAEC77FD89}" destId="{5C70FB60-A64A-4C79-B72D-46698CB192F9}" srcOrd="4" destOrd="0" presId="urn:microsoft.com/office/officeart/2005/8/layout/hList1"/>
    <dgm:cxn modelId="{C00E3B4A-0F1C-4F4B-A71A-EEC2068D9422}" type="presParOf" srcId="{5C70FB60-A64A-4C79-B72D-46698CB192F9}" destId="{FB062E90-79B3-4887-B4BB-14D26A04D328}" srcOrd="0" destOrd="0" presId="urn:microsoft.com/office/officeart/2005/8/layout/hList1"/>
    <dgm:cxn modelId="{91E90196-8940-472C-9B31-1108869781BC}" type="presParOf" srcId="{5C70FB60-A64A-4C79-B72D-46698CB192F9}" destId="{0FA916CB-4736-4886-B30A-CF2AE2A23588}" srcOrd="1" destOrd="0" presId="urn:microsoft.com/office/officeart/2005/8/layout/hList1"/>
    <dgm:cxn modelId="{5FBB28AB-790F-4016-8BD7-0C9E5EAD32A3}" type="presParOf" srcId="{891CD302-2A63-452D-8FB6-0FFAEC77FD89}" destId="{EDE0DF79-788F-4BC2-B8D0-4A94D72CA3DC}" srcOrd="5" destOrd="0" presId="urn:microsoft.com/office/officeart/2005/8/layout/hList1"/>
    <dgm:cxn modelId="{D6A50873-E1D0-4E09-A176-21FCD9B936BB}" type="presParOf" srcId="{891CD302-2A63-452D-8FB6-0FFAEC77FD89}" destId="{9E0C0751-EBF8-4DA6-A959-60CFAFA22BEB}" srcOrd="6" destOrd="0" presId="urn:microsoft.com/office/officeart/2005/8/layout/hList1"/>
    <dgm:cxn modelId="{78B157CD-70E7-436A-955D-705D604A9FB8}" type="presParOf" srcId="{9E0C0751-EBF8-4DA6-A959-60CFAFA22BEB}" destId="{11EE4AAF-298A-4AB6-8C23-B8FB6CD08BE5}" srcOrd="0" destOrd="0" presId="urn:microsoft.com/office/officeart/2005/8/layout/hList1"/>
    <dgm:cxn modelId="{9B1A8F65-BCCA-4BD7-A34F-E5D039B6108A}" type="presParOf" srcId="{9E0C0751-EBF8-4DA6-A959-60CFAFA22BEB}" destId="{EFB99AF2-925F-4584-9CDE-275F2EC3F9E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61F78E-7EC9-4EAB-8CF1-D90E4B798228}" type="doc">
      <dgm:prSet loTypeId="urn:microsoft.com/office/officeart/2005/8/layout/arrow2" loCatId="process" qsTypeId="urn:microsoft.com/office/officeart/2005/8/quickstyle/simple1" qsCatId="simple" csTypeId="urn:microsoft.com/office/officeart/2005/8/colors/colorful3" csCatId="colorful" phldr="1"/>
      <dgm:spPr/>
    </dgm:pt>
    <dgm:pt modelId="{D820AD7F-CF83-4463-8DF5-35AF8DFD244B}">
      <dgm:prSet phldrT="[Text]"/>
      <dgm:spPr/>
      <dgm:t>
        <a:bodyPr/>
        <a:lstStyle/>
        <a:p>
          <a:r>
            <a:rPr lang="en-US" dirty="0" smtClean="0"/>
            <a:t>Data model</a:t>
          </a:r>
          <a:endParaRPr lang="en-US" dirty="0"/>
        </a:p>
      </dgm:t>
    </dgm:pt>
    <dgm:pt modelId="{BBEFAEC8-A389-4229-83AC-B2472BB632D7}" type="parTrans" cxnId="{02CBE81D-66E0-4F55-8EAA-B89106A8B910}">
      <dgm:prSet/>
      <dgm:spPr/>
      <dgm:t>
        <a:bodyPr/>
        <a:lstStyle/>
        <a:p>
          <a:endParaRPr lang="en-US"/>
        </a:p>
      </dgm:t>
    </dgm:pt>
    <dgm:pt modelId="{1707C6CA-79A2-4B29-9573-FFD6996E5A17}" type="sibTrans" cxnId="{02CBE81D-66E0-4F55-8EAA-B89106A8B910}">
      <dgm:prSet/>
      <dgm:spPr/>
      <dgm:t>
        <a:bodyPr/>
        <a:lstStyle/>
        <a:p>
          <a:endParaRPr lang="en-US"/>
        </a:p>
      </dgm:t>
    </dgm:pt>
    <dgm:pt modelId="{EB510B82-B672-4634-8A55-C74E6017CE51}">
      <dgm:prSet phldrT="[Text]"/>
      <dgm:spPr/>
      <dgm:t>
        <a:bodyPr/>
        <a:lstStyle/>
        <a:p>
          <a:r>
            <a:rPr lang="en-US" dirty="0" smtClean="0"/>
            <a:t>Data presentation</a:t>
          </a:r>
          <a:endParaRPr lang="en-US" dirty="0"/>
        </a:p>
      </dgm:t>
    </dgm:pt>
    <dgm:pt modelId="{8ED1F3A8-8E6D-46BE-8A0D-441DEDA799CA}" type="parTrans" cxnId="{5B1A5468-6BF9-4FE4-B249-CCDB37757A16}">
      <dgm:prSet/>
      <dgm:spPr/>
      <dgm:t>
        <a:bodyPr/>
        <a:lstStyle/>
        <a:p>
          <a:endParaRPr lang="en-US"/>
        </a:p>
      </dgm:t>
    </dgm:pt>
    <dgm:pt modelId="{F671C25B-F6D7-4951-847B-8A3E0AC2023B}" type="sibTrans" cxnId="{5B1A5468-6BF9-4FE4-B249-CCDB37757A16}">
      <dgm:prSet/>
      <dgm:spPr/>
      <dgm:t>
        <a:bodyPr/>
        <a:lstStyle/>
        <a:p>
          <a:endParaRPr lang="en-US"/>
        </a:p>
      </dgm:t>
    </dgm:pt>
    <dgm:pt modelId="{CD3D7F41-BF55-4EC1-83C0-99AAB6919FC6}">
      <dgm:prSet phldrT="[Text]"/>
      <dgm:spPr/>
      <dgm:t>
        <a:bodyPr/>
        <a:lstStyle/>
        <a:p>
          <a:r>
            <a:rPr lang="en-US" dirty="0" smtClean="0"/>
            <a:t>User interaction</a:t>
          </a:r>
          <a:endParaRPr lang="en-US" dirty="0"/>
        </a:p>
      </dgm:t>
    </dgm:pt>
    <dgm:pt modelId="{327CE61B-4BD7-4072-8CF2-1DFDCBE39349}" type="parTrans" cxnId="{969BEA5E-7DF5-46FF-A6CD-3357D41D9107}">
      <dgm:prSet/>
      <dgm:spPr/>
      <dgm:t>
        <a:bodyPr/>
        <a:lstStyle/>
        <a:p>
          <a:endParaRPr lang="en-US"/>
        </a:p>
      </dgm:t>
    </dgm:pt>
    <dgm:pt modelId="{34F9262F-A335-4329-BA2B-41D696B4B68F}" type="sibTrans" cxnId="{969BEA5E-7DF5-46FF-A6CD-3357D41D9107}">
      <dgm:prSet/>
      <dgm:spPr/>
      <dgm:t>
        <a:bodyPr/>
        <a:lstStyle/>
        <a:p>
          <a:endParaRPr lang="en-US"/>
        </a:p>
      </dgm:t>
    </dgm:pt>
    <dgm:pt modelId="{E5ED9BD4-E7C5-4D52-B624-A5212BD7E75B}" type="pres">
      <dgm:prSet presAssocID="{B861F78E-7EC9-4EAB-8CF1-D90E4B798228}" presName="arrowDiagram" presStyleCnt="0">
        <dgm:presLayoutVars>
          <dgm:chMax val="5"/>
          <dgm:dir/>
          <dgm:resizeHandles val="exact"/>
        </dgm:presLayoutVars>
      </dgm:prSet>
      <dgm:spPr/>
    </dgm:pt>
    <dgm:pt modelId="{7E73B10A-2212-4728-AAE4-B34364809D75}" type="pres">
      <dgm:prSet presAssocID="{B861F78E-7EC9-4EAB-8CF1-D90E4B798228}" presName="arrow" presStyleLbl="bgShp" presStyleIdx="0" presStyleCnt="1"/>
      <dgm:spPr/>
    </dgm:pt>
    <dgm:pt modelId="{52E8F214-BD4F-441E-B88B-A48492903F5A}" type="pres">
      <dgm:prSet presAssocID="{B861F78E-7EC9-4EAB-8CF1-D90E4B798228}" presName="arrowDiagram3" presStyleCnt="0"/>
      <dgm:spPr/>
    </dgm:pt>
    <dgm:pt modelId="{A641E8C7-1711-41AC-B47C-6E09417F2540}" type="pres">
      <dgm:prSet presAssocID="{D820AD7F-CF83-4463-8DF5-35AF8DFD244B}" presName="bullet3a" presStyleLbl="node1" presStyleIdx="0" presStyleCnt="3"/>
      <dgm:spPr/>
    </dgm:pt>
    <dgm:pt modelId="{63E2F299-FC99-4EB9-95A0-4FC3233F87DF}" type="pres">
      <dgm:prSet presAssocID="{D820AD7F-CF83-4463-8DF5-35AF8DFD244B}" presName="textBox3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A45BEE-1AA4-4751-A692-99B3C1B60D34}" type="pres">
      <dgm:prSet presAssocID="{EB510B82-B672-4634-8A55-C74E6017CE51}" presName="bullet3b" presStyleLbl="node1" presStyleIdx="1" presStyleCnt="3"/>
      <dgm:spPr/>
    </dgm:pt>
    <dgm:pt modelId="{69D2CC50-709F-48AC-A9EB-16C1C439BBFD}" type="pres">
      <dgm:prSet presAssocID="{EB510B82-B672-4634-8A55-C74E6017CE51}" presName="textBox3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018650-3A3D-40A1-B455-F227D42B9D11}" type="pres">
      <dgm:prSet presAssocID="{CD3D7F41-BF55-4EC1-83C0-99AAB6919FC6}" presName="bullet3c" presStyleLbl="node1" presStyleIdx="2" presStyleCnt="3"/>
      <dgm:spPr/>
    </dgm:pt>
    <dgm:pt modelId="{81C925D8-2810-451F-A594-7ECF21328726}" type="pres">
      <dgm:prSet presAssocID="{CD3D7F41-BF55-4EC1-83C0-99AAB6919FC6}" presName="textBox3c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177691A-C6B1-4D54-A561-0EB36C7BDDAF}" type="presOf" srcId="{EB510B82-B672-4634-8A55-C74E6017CE51}" destId="{69D2CC50-709F-48AC-A9EB-16C1C439BBFD}" srcOrd="0" destOrd="0" presId="urn:microsoft.com/office/officeart/2005/8/layout/arrow2"/>
    <dgm:cxn modelId="{5B1A5468-6BF9-4FE4-B249-CCDB37757A16}" srcId="{B861F78E-7EC9-4EAB-8CF1-D90E4B798228}" destId="{EB510B82-B672-4634-8A55-C74E6017CE51}" srcOrd="1" destOrd="0" parTransId="{8ED1F3A8-8E6D-46BE-8A0D-441DEDA799CA}" sibTransId="{F671C25B-F6D7-4951-847B-8A3E0AC2023B}"/>
    <dgm:cxn modelId="{02CBE81D-66E0-4F55-8EAA-B89106A8B910}" srcId="{B861F78E-7EC9-4EAB-8CF1-D90E4B798228}" destId="{D820AD7F-CF83-4463-8DF5-35AF8DFD244B}" srcOrd="0" destOrd="0" parTransId="{BBEFAEC8-A389-4229-83AC-B2472BB632D7}" sibTransId="{1707C6CA-79A2-4B29-9573-FFD6996E5A17}"/>
    <dgm:cxn modelId="{60DFAF79-BAF5-4B58-A33F-0F4017E13782}" type="presOf" srcId="{B861F78E-7EC9-4EAB-8CF1-D90E4B798228}" destId="{E5ED9BD4-E7C5-4D52-B624-A5212BD7E75B}" srcOrd="0" destOrd="0" presId="urn:microsoft.com/office/officeart/2005/8/layout/arrow2"/>
    <dgm:cxn modelId="{5E6A4CF5-7E13-4C62-B782-30698B812D3A}" type="presOf" srcId="{CD3D7F41-BF55-4EC1-83C0-99AAB6919FC6}" destId="{81C925D8-2810-451F-A594-7ECF21328726}" srcOrd="0" destOrd="0" presId="urn:microsoft.com/office/officeart/2005/8/layout/arrow2"/>
    <dgm:cxn modelId="{A1DEBD75-B361-43D1-AA52-252F5DBCD011}" type="presOf" srcId="{D820AD7F-CF83-4463-8DF5-35AF8DFD244B}" destId="{63E2F299-FC99-4EB9-95A0-4FC3233F87DF}" srcOrd="0" destOrd="0" presId="urn:microsoft.com/office/officeart/2005/8/layout/arrow2"/>
    <dgm:cxn modelId="{969BEA5E-7DF5-46FF-A6CD-3357D41D9107}" srcId="{B861F78E-7EC9-4EAB-8CF1-D90E4B798228}" destId="{CD3D7F41-BF55-4EC1-83C0-99AAB6919FC6}" srcOrd="2" destOrd="0" parTransId="{327CE61B-4BD7-4072-8CF2-1DFDCBE39349}" sibTransId="{34F9262F-A335-4329-BA2B-41D696B4B68F}"/>
    <dgm:cxn modelId="{0CE79F89-4ADC-4868-A1B5-ED832BB6A7CB}" type="presParOf" srcId="{E5ED9BD4-E7C5-4D52-B624-A5212BD7E75B}" destId="{7E73B10A-2212-4728-AAE4-B34364809D75}" srcOrd="0" destOrd="0" presId="urn:microsoft.com/office/officeart/2005/8/layout/arrow2"/>
    <dgm:cxn modelId="{14497F67-7433-41CC-983A-E0768BAF2AEF}" type="presParOf" srcId="{E5ED9BD4-E7C5-4D52-B624-A5212BD7E75B}" destId="{52E8F214-BD4F-441E-B88B-A48492903F5A}" srcOrd="1" destOrd="0" presId="urn:microsoft.com/office/officeart/2005/8/layout/arrow2"/>
    <dgm:cxn modelId="{880222DE-F00B-475D-BC00-EFA91C354639}" type="presParOf" srcId="{52E8F214-BD4F-441E-B88B-A48492903F5A}" destId="{A641E8C7-1711-41AC-B47C-6E09417F2540}" srcOrd="0" destOrd="0" presId="urn:microsoft.com/office/officeart/2005/8/layout/arrow2"/>
    <dgm:cxn modelId="{406EB7CC-7B8F-42CA-A145-D4CCE058E263}" type="presParOf" srcId="{52E8F214-BD4F-441E-B88B-A48492903F5A}" destId="{63E2F299-FC99-4EB9-95A0-4FC3233F87DF}" srcOrd="1" destOrd="0" presId="urn:microsoft.com/office/officeart/2005/8/layout/arrow2"/>
    <dgm:cxn modelId="{1D200479-4C94-4E62-B26D-6100D7F6FA15}" type="presParOf" srcId="{52E8F214-BD4F-441E-B88B-A48492903F5A}" destId="{3EA45BEE-1AA4-4751-A692-99B3C1B60D34}" srcOrd="2" destOrd="0" presId="urn:microsoft.com/office/officeart/2005/8/layout/arrow2"/>
    <dgm:cxn modelId="{0C5F2FD4-5B7D-4F98-8345-2FA52DD5D257}" type="presParOf" srcId="{52E8F214-BD4F-441E-B88B-A48492903F5A}" destId="{69D2CC50-709F-48AC-A9EB-16C1C439BBFD}" srcOrd="3" destOrd="0" presId="urn:microsoft.com/office/officeart/2005/8/layout/arrow2"/>
    <dgm:cxn modelId="{029E01EA-9575-46DD-B6F4-A41C66FBB95A}" type="presParOf" srcId="{52E8F214-BD4F-441E-B88B-A48492903F5A}" destId="{C9018650-3A3D-40A1-B455-F227D42B9D11}" srcOrd="4" destOrd="0" presId="urn:microsoft.com/office/officeart/2005/8/layout/arrow2"/>
    <dgm:cxn modelId="{4C1A707F-9326-4179-8F8F-2846CF886936}" type="presParOf" srcId="{52E8F214-BD4F-441E-B88B-A48492903F5A}" destId="{81C925D8-2810-451F-A594-7ECF21328726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EA4DAC-7C78-481B-BA03-33508CAA1611}" type="doc">
      <dgm:prSet loTypeId="urn:microsoft.com/office/officeart/2008/layout/IncreasingCircl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A313E1-60BF-4405-99F3-2A760660BD01}">
      <dgm:prSet phldrT="[Text]"/>
      <dgm:spPr/>
      <dgm:t>
        <a:bodyPr/>
        <a:lstStyle/>
        <a:p>
          <a:r>
            <a:rPr lang="en-US" dirty="0" smtClean="0"/>
            <a:t>CRM 4.0</a:t>
          </a:r>
          <a:endParaRPr lang="en-US" dirty="0"/>
        </a:p>
      </dgm:t>
    </dgm:pt>
    <dgm:pt modelId="{DF1714A7-EC88-424E-B9F3-8B8BAFFDB02E}" type="parTrans" cxnId="{1650993B-13AD-478F-8466-6F1F9FB3F6EE}">
      <dgm:prSet/>
      <dgm:spPr/>
      <dgm:t>
        <a:bodyPr/>
        <a:lstStyle/>
        <a:p>
          <a:endParaRPr lang="en-US"/>
        </a:p>
      </dgm:t>
    </dgm:pt>
    <dgm:pt modelId="{E1EA3B6F-A669-4C97-B33F-BF53E7E151B8}" type="sibTrans" cxnId="{1650993B-13AD-478F-8466-6F1F9FB3F6EE}">
      <dgm:prSet/>
      <dgm:spPr/>
      <dgm:t>
        <a:bodyPr/>
        <a:lstStyle/>
        <a:p>
          <a:endParaRPr lang="en-US"/>
        </a:p>
      </dgm:t>
    </dgm:pt>
    <dgm:pt modelId="{8C17153A-BE03-4D21-9FC9-89DE8D365B21}">
      <dgm:prSet phldrT="[Text]"/>
      <dgm:spPr/>
      <dgm:t>
        <a:bodyPr/>
        <a:lstStyle/>
        <a:p>
          <a:r>
            <a:rPr lang="en-US" dirty="0" smtClean="0"/>
            <a:t>Workflows</a:t>
          </a:r>
          <a:endParaRPr lang="en-US" dirty="0"/>
        </a:p>
      </dgm:t>
    </dgm:pt>
    <dgm:pt modelId="{412D4CA5-D5DF-4532-9349-E7B5B9C959EF}" type="parTrans" cxnId="{9437A8BC-E481-437F-89BF-DD82A3BC2A31}">
      <dgm:prSet/>
      <dgm:spPr/>
      <dgm:t>
        <a:bodyPr/>
        <a:lstStyle/>
        <a:p>
          <a:endParaRPr lang="en-US"/>
        </a:p>
      </dgm:t>
    </dgm:pt>
    <dgm:pt modelId="{9456C406-0552-4534-876F-8B1E68ADDA31}" type="sibTrans" cxnId="{9437A8BC-E481-437F-89BF-DD82A3BC2A31}">
      <dgm:prSet/>
      <dgm:spPr/>
      <dgm:t>
        <a:bodyPr/>
        <a:lstStyle/>
        <a:p>
          <a:endParaRPr lang="en-US"/>
        </a:p>
      </dgm:t>
    </dgm:pt>
    <dgm:pt modelId="{84508B08-BF97-408A-BFC3-11434609EAC7}">
      <dgm:prSet phldrT="[Text]"/>
      <dgm:spPr/>
      <dgm:t>
        <a:bodyPr/>
        <a:lstStyle/>
        <a:p>
          <a:r>
            <a:rPr lang="en-US" dirty="0" smtClean="0"/>
            <a:t>CRM 2011</a:t>
          </a:r>
          <a:endParaRPr lang="en-US" dirty="0"/>
        </a:p>
      </dgm:t>
    </dgm:pt>
    <dgm:pt modelId="{7A9809E2-5409-4E90-8759-1C47EB60B90B}" type="parTrans" cxnId="{8A452478-E8E5-43DD-A91B-F5D19520AF9F}">
      <dgm:prSet/>
      <dgm:spPr/>
      <dgm:t>
        <a:bodyPr/>
        <a:lstStyle/>
        <a:p>
          <a:endParaRPr lang="en-US"/>
        </a:p>
      </dgm:t>
    </dgm:pt>
    <dgm:pt modelId="{274D9DCF-FF14-4795-85EA-CDDBDEF6F1AB}" type="sibTrans" cxnId="{8A452478-E8E5-43DD-A91B-F5D19520AF9F}">
      <dgm:prSet/>
      <dgm:spPr/>
      <dgm:t>
        <a:bodyPr/>
        <a:lstStyle/>
        <a:p>
          <a:endParaRPr lang="en-US"/>
        </a:p>
      </dgm:t>
    </dgm:pt>
    <dgm:pt modelId="{133C2357-31DF-40A9-B05F-7A080413ACAC}">
      <dgm:prSet phldrT="[Text]"/>
      <dgm:spPr/>
      <dgm:t>
        <a:bodyPr/>
        <a:lstStyle/>
        <a:p>
          <a:r>
            <a:rPr lang="en-US" dirty="0" smtClean="0"/>
            <a:t>Workflows</a:t>
          </a:r>
          <a:endParaRPr lang="en-US" dirty="0"/>
        </a:p>
      </dgm:t>
    </dgm:pt>
    <dgm:pt modelId="{29046C97-0A0B-4F63-B1A2-13C22C4E54AE}" type="parTrans" cxnId="{41BBD28E-1470-49D6-802F-86B5F57A801B}">
      <dgm:prSet/>
      <dgm:spPr/>
      <dgm:t>
        <a:bodyPr/>
        <a:lstStyle/>
        <a:p>
          <a:endParaRPr lang="en-US"/>
        </a:p>
      </dgm:t>
    </dgm:pt>
    <dgm:pt modelId="{5A22AEFB-213D-4CB7-BB36-FDD00D1921AF}" type="sibTrans" cxnId="{41BBD28E-1470-49D6-802F-86B5F57A801B}">
      <dgm:prSet/>
      <dgm:spPr/>
      <dgm:t>
        <a:bodyPr/>
        <a:lstStyle/>
        <a:p>
          <a:endParaRPr lang="en-US"/>
        </a:p>
      </dgm:t>
    </dgm:pt>
    <dgm:pt modelId="{FD825B35-6C30-4DBE-A79E-AF6CC57F3140}">
      <dgm:prSet phldrT="[Text]"/>
      <dgm:spPr/>
      <dgm:t>
        <a:bodyPr/>
        <a:lstStyle/>
        <a:p>
          <a:r>
            <a:rPr lang="en-US" dirty="0" smtClean="0"/>
            <a:t>Dialogs</a:t>
          </a:r>
          <a:endParaRPr lang="en-US" dirty="0"/>
        </a:p>
      </dgm:t>
    </dgm:pt>
    <dgm:pt modelId="{F525088D-5360-4723-949D-3D3CECD45D81}" type="parTrans" cxnId="{FA88ED27-A03B-47C2-8E2C-31E09553240E}">
      <dgm:prSet/>
      <dgm:spPr/>
      <dgm:t>
        <a:bodyPr/>
        <a:lstStyle/>
        <a:p>
          <a:endParaRPr lang="en-US"/>
        </a:p>
      </dgm:t>
    </dgm:pt>
    <dgm:pt modelId="{914F9BBD-A575-4E28-A0BB-5C15763E91F3}" type="sibTrans" cxnId="{FA88ED27-A03B-47C2-8E2C-31E09553240E}">
      <dgm:prSet/>
      <dgm:spPr/>
      <dgm:t>
        <a:bodyPr/>
        <a:lstStyle/>
        <a:p>
          <a:endParaRPr lang="en-US"/>
        </a:p>
      </dgm:t>
    </dgm:pt>
    <dgm:pt modelId="{8F884DCA-8D4C-4E68-9140-B2E787C10433}">
      <dgm:prSet phldrT="[Text]"/>
      <dgm:spPr/>
      <dgm:t>
        <a:bodyPr/>
        <a:lstStyle/>
        <a:p>
          <a:r>
            <a:rPr lang="en-US" dirty="0" smtClean="0"/>
            <a:t>CRM 2013</a:t>
          </a:r>
          <a:endParaRPr lang="en-US" dirty="0"/>
        </a:p>
      </dgm:t>
    </dgm:pt>
    <dgm:pt modelId="{448B861A-AE33-4E39-88EF-261BD46E15D9}" type="parTrans" cxnId="{F4A1D6CA-6BF0-46AB-B777-5FD4638D88C6}">
      <dgm:prSet/>
      <dgm:spPr/>
      <dgm:t>
        <a:bodyPr/>
        <a:lstStyle/>
        <a:p>
          <a:endParaRPr lang="en-US"/>
        </a:p>
      </dgm:t>
    </dgm:pt>
    <dgm:pt modelId="{B0B100D1-D359-408E-BC84-EBB9813ADA51}" type="sibTrans" cxnId="{F4A1D6CA-6BF0-46AB-B777-5FD4638D88C6}">
      <dgm:prSet/>
      <dgm:spPr/>
      <dgm:t>
        <a:bodyPr/>
        <a:lstStyle/>
        <a:p>
          <a:endParaRPr lang="en-US"/>
        </a:p>
      </dgm:t>
    </dgm:pt>
    <dgm:pt modelId="{ED291673-A27A-4A37-ACE1-F9C74F40B6C8}">
      <dgm:prSet phldrT="[Text]"/>
      <dgm:spPr/>
      <dgm:t>
        <a:bodyPr/>
        <a:lstStyle/>
        <a:p>
          <a:r>
            <a:rPr lang="en-US" dirty="0" smtClean="0"/>
            <a:t>Workflows</a:t>
          </a:r>
          <a:endParaRPr lang="en-US" dirty="0"/>
        </a:p>
      </dgm:t>
    </dgm:pt>
    <dgm:pt modelId="{00CDEE37-7C2B-4729-B565-329E0CD042E3}" type="parTrans" cxnId="{B88D71E7-F65B-4F2E-9C1D-C3255FCA3C9E}">
      <dgm:prSet/>
      <dgm:spPr/>
      <dgm:t>
        <a:bodyPr/>
        <a:lstStyle/>
        <a:p>
          <a:endParaRPr lang="en-US"/>
        </a:p>
      </dgm:t>
    </dgm:pt>
    <dgm:pt modelId="{0EA77E38-B0C3-4635-8674-F654DA42294D}" type="sibTrans" cxnId="{B88D71E7-F65B-4F2E-9C1D-C3255FCA3C9E}">
      <dgm:prSet/>
      <dgm:spPr/>
      <dgm:t>
        <a:bodyPr/>
        <a:lstStyle/>
        <a:p>
          <a:endParaRPr lang="en-US"/>
        </a:p>
      </dgm:t>
    </dgm:pt>
    <dgm:pt modelId="{D6EABACE-48C8-4109-8FE1-FEF8681C9A31}">
      <dgm:prSet phldrT="[Text]"/>
      <dgm:spPr/>
      <dgm:t>
        <a:bodyPr/>
        <a:lstStyle/>
        <a:p>
          <a:r>
            <a:rPr lang="en-US" dirty="0" smtClean="0"/>
            <a:t>Dialogs</a:t>
          </a:r>
          <a:endParaRPr lang="en-US" dirty="0"/>
        </a:p>
      </dgm:t>
    </dgm:pt>
    <dgm:pt modelId="{52690069-7414-429C-8A7C-88AD7E32F087}" type="parTrans" cxnId="{99833BEF-28E7-4F61-B1DC-B79717718718}">
      <dgm:prSet/>
      <dgm:spPr/>
      <dgm:t>
        <a:bodyPr/>
        <a:lstStyle/>
        <a:p>
          <a:endParaRPr lang="en-US"/>
        </a:p>
      </dgm:t>
    </dgm:pt>
    <dgm:pt modelId="{3719C08B-65F0-45EA-BDBB-09AB062AAD35}" type="sibTrans" cxnId="{99833BEF-28E7-4F61-B1DC-B79717718718}">
      <dgm:prSet/>
      <dgm:spPr/>
      <dgm:t>
        <a:bodyPr/>
        <a:lstStyle/>
        <a:p>
          <a:endParaRPr lang="en-US"/>
        </a:p>
      </dgm:t>
    </dgm:pt>
    <dgm:pt modelId="{E5C97F7E-F50D-4DA8-9215-459120708EA7}">
      <dgm:prSet phldrT="[Text]"/>
      <dgm:spPr/>
      <dgm:t>
        <a:bodyPr/>
        <a:lstStyle/>
        <a:p>
          <a:r>
            <a:rPr lang="en-US" dirty="0" smtClean="0"/>
            <a:t>Asynchronous</a:t>
          </a:r>
          <a:endParaRPr lang="en-US" dirty="0"/>
        </a:p>
      </dgm:t>
    </dgm:pt>
    <dgm:pt modelId="{E74035FC-50F5-4AF8-BDB9-B71599A1CDB9}" type="parTrans" cxnId="{25B9959D-20D9-4B2A-8389-2A9059B1F692}">
      <dgm:prSet/>
      <dgm:spPr/>
      <dgm:t>
        <a:bodyPr/>
        <a:lstStyle/>
        <a:p>
          <a:endParaRPr lang="en-US"/>
        </a:p>
      </dgm:t>
    </dgm:pt>
    <dgm:pt modelId="{B5F5F7DC-40C7-4A10-AAEC-A69E975A0704}" type="sibTrans" cxnId="{25B9959D-20D9-4B2A-8389-2A9059B1F692}">
      <dgm:prSet/>
      <dgm:spPr/>
      <dgm:t>
        <a:bodyPr/>
        <a:lstStyle/>
        <a:p>
          <a:endParaRPr lang="en-US"/>
        </a:p>
      </dgm:t>
    </dgm:pt>
    <dgm:pt modelId="{5AD2C832-ACF0-4BEC-ACA7-A452F6042312}">
      <dgm:prSet phldrT="[Text]"/>
      <dgm:spPr/>
      <dgm:t>
        <a:bodyPr/>
        <a:lstStyle/>
        <a:p>
          <a:r>
            <a:rPr lang="en-US" dirty="0" smtClean="0"/>
            <a:t>Real-time</a:t>
          </a:r>
          <a:endParaRPr lang="en-US" dirty="0"/>
        </a:p>
      </dgm:t>
    </dgm:pt>
    <dgm:pt modelId="{879B9D7E-7E53-400C-BD28-D0EFB9EF2C3F}" type="parTrans" cxnId="{10107A16-6FE8-403B-9D1E-36806A91F783}">
      <dgm:prSet/>
      <dgm:spPr/>
      <dgm:t>
        <a:bodyPr/>
        <a:lstStyle/>
        <a:p>
          <a:endParaRPr lang="en-US"/>
        </a:p>
      </dgm:t>
    </dgm:pt>
    <dgm:pt modelId="{C070A222-F9BC-4260-A2FE-DC3981093BC3}" type="sibTrans" cxnId="{10107A16-6FE8-403B-9D1E-36806A91F783}">
      <dgm:prSet/>
      <dgm:spPr/>
      <dgm:t>
        <a:bodyPr/>
        <a:lstStyle/>
        <a:p>
          <a:endParaRPr lang="en-US"/>
        </a:p>
      </dgm:t>
    </dgm:pt>
    <dgm:pt modelId="{146AE119-AE66-4EDA-A597-9738730D59AE}">
      <dgm:prSet phldrT="[Text]"/>
      <dgm:spPr/>
      <dgm:t>
        <a:bodyPr/>
        <a:lstStyle/>
        <a:p>
          <a:r>
            <a:rPr lang="en-US" dirty="0" smtClean="0"/>
            <a:t>Business Process Flows</a:t>
          </a:r>
          <a:endParaRPr lang="en-US" dirty="0"/>
        </a:p>
      </dgm:t>
    </dgm:pt>
    <dgm:pt modelId="{E664AA19-187B-4ABF-A33F-9CA1A8C9CFAC}" type="parTrans" cxnId="{31A4CB7D-63BF-47DA-9193-83FAA68F07B3}">
      <dgm:prSet/>
      <dgm:spPr/>
      <dgm:t>
        <a:bodyPr/>
        <a:lstStyle/>
        <a:p>
          <a:endParaRPr lang="en-US"/>
        </a:p>
      </dgm:t>
    </dgm:pt>
    <dgm:pt modelId="{F7ADE7AF-98D6-4741-A51C-8F1CC2262738}" type="sibTrans" cxnId="{31A4CB7D-63BF-47DA-9193-83FAA68F07B3}">
      <dgm:prSet/>
      <dgm:spPr/>
      <dgm:t>
        <a:bodyPr/>
        <a:lstStyle/>
        <a:p>
          <a:endParaRPr lang="en-US"/>
        </a:p>
      </dgm:t>
    </dgm:pt>
    <dgm:pt modelId="{02688DF2-6223-41DD-B859-7B2199108291}">
      <dgm:prSet phldrT="[Text]"/>
      <dgm:spPr/>
      <dgm:t>
        <a:bodyPr/>
        <a:lstStyle/>
        <a:p>
          <a:r>
            <a:rPr lang="en-US" dirty="0" smtClean="0"/>
            <a:t>Business Rules</a:t>
          </a:r>
          <a:endParaRPr lang="en-US" dirty="0"/>
        </a:p>
      </dgm:t>
    </dgm:pt>
    <dgm:pt modelId="{783E231E-BD5D-4138-91DE-98FDCA03D2CF}" type="parTrans" cxnId="{C2BB9774-0062-4AEB-BC8C-8A6D78B18D47}">
      <dgm:prSet/>
      <dgm:spPr/>
      <dgm:t>
        <a:bodyPr/>
        <a:lstStyle/>
        <a:p>
          <a:endParaRPr lang="en-US"/>
        </a:p>
      </dgm:t>
    </dgm:pt>
    <dgm:pt modelId="{7FA737A2-020C-429C-9464-BD98D8940B25}" type="sibTrans" cxnId="{C2BB9774-0062-4AEB-BC8C-8A6D78B18D47}">
      <dgm:prSet/>
      <dgm:spPr/>
      <dgm:t>
        <a:bodyPr/>
        <a:lstStyle/>
        <a:p>
          <a:endParaRPr lang="en-US"/>
        </a:p>
      </dgm:t>
    </dgm:pt>
    <dgm:pt modelId="{E9A75756-3EB8-4946-8792-A64302959A14}">
      <dgm:prSet phldrT="[Text]"/>
      <dgm:spPr/>
      <dgm:t>
        <a:bodyPr/>
        <a:lstStyle/>
        <a:p>
          <a:r>
            <a:rPr lang="en-US" dirty="0" smtClean="0"/>
            <a:t>Actions</a:t>
          </a:r>
          <a:endParaRPr lang="en-US" dirty="0"/>
        </a:p>
      </dgm:t>
    </dgm:pt>
    <dgm:pt modelId="{54DFDF16-9482-4E35-82CC-4582288D449A}" type="parTrans" cxnId="{ACDA9D92-2029-4AC6-B7B5-F9A8D826F433}">
      <dgm:prSet/>
      <dgm:spPr/>
      <dgm:t>
        <a:bodyPr/>
        <a:lstStyle/>
        <a:p>
          <a:endParaRPr lang="en-US"/>
        </a:p>
      </dgm:t>
    </dgm:pt>
    <dgm:pt modelId="{E13B6B88-BB90-4B25-8574-65C488801868}" type="sibTrans" cxnId="{ACDA9D92-2029-4AC6-B7B5-F9A8D826F433}">
      <dgm:prSet/>
      <dgm:spPr/>
      <dgm:t>
        <a:bodyPr/>
        <a:lstStyle/>
        <a:p>
          <a:endParaRPr lang="en-US"/>
        </a:p>
      </dgm:t>
    </dgm:pt>
    <dgm:pt modelId="{59688B81-3195-49BF-A9A4-5EE85BDF4F1F}" type="pres">
      <dgm:prSet presAssocID="{A8EA4DAC-7C78-481B-BA03-33508CAA1611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72FDBF0D-7420-4F41-AC73-7B8796373E9B}" type="pres">
      <dgm:prSet presAssocID="{DBA313E1-60BF-4405-99F3-2A760660BD01}" presName="composite" presStyleCnt="0"/>
      <dgm:spPr/>
    </dgm:pt>
    <dgm:pt modelId="{BBBA3F39-F5FA-4BFD-A518-176781858339}" type="pres">
      <dgm:prSet presAssocID="{DBA313E1-60BF-4405-99F3-2A760660BD01}" presName="BackAccent" presStyleLbl="bgShp" presStyleIdx="0" presStyleCnt="3"/>
      <dgm:spPr/>
    </dgm:pt>
    <dgm:pt modelId="{17F0E598-E9F1-47FC-80C9-EDA5C176DBA5}" type="pres">
      <dgm:prSet presAssocID="{DBA313E1-60BF-4405-99F3-2A760660BD01}" presName="Accent" presStyleLbl="alignNode1" presStyleIdx="0" presStyleCnt="3"/>
      <dgm:spPr/>
    </dgm:pt>
    <dgm:pt modelId="{4D02115C-C36C-4EC8-92E7-84D89FA7CB1B}" type="pres">
      <dgm:prSet presAssocID="{DBA313E1-60BF-4405-99F3-2A760660BD01}" presName="Child" presStyleLbl="revTx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C111A0-0F42-433F-883D-A998045C207D}" type="pres">
      <dgm:prSet presAssocID="{DBA313E1-60BF-4405-99F3-2A760660BD01}" presName="Parent" presStyleLbl="revTx" presStyleIdx="1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2C47AB-352A-4301-837A-7BA1D46DAD6E}" type="pres">
      <dgm:prSet presAssocID="{E1EA3B6F-A669-4C97-B33F-BF53E7E151B8}" presName="sibTrans" presStyleCnt="0"/>
      <dgm:spPr/>
    </dgm:pt>
    <dgm:pt modelId="{7B7EA25C-DF85-4936-BBDA-80478DFB4710}" type="pres">
      <dgm:prSet presAssocID="{84508B08-BF97-408A-BFC3-11434609EAC7}" presName="composite" presStyleCnt="0"/>
      <dgm:spPr/>
    </dgm:pt>
    <dgm:pt modelId="{F70C790A-25C2-4654-90F6-F45B51C62954}" type="pres">
      <dgm:prSet presAssocID="{84508B08-BF97-408A-BFC3-11434609EAC7}" presName="BackAccent" presStyleLbl="bgShp" presStyleIdx="1" presStyleCnt="3"/>
      <dgm:spPr/>
    </dgm:pt>
    <dgm:pt modelId="{1778C91D-CDBF-48CC-910E-E0CC53846A86}" type="pres">
      <dgm:prSet presAssocID="{84508B08-BF97-408A-BFC3-11434609EAC7}" presName="Accent" presStyleLbl="alignNode1" presStyleIdx="1" presStyleCnt="3"/>
      <dgm:spPr/>
    </dgm:pt>
    <dgm:pt modelId="{D55FD52F-42B9-4968-82D4-D4D350BD5B76}" type="pres">
      <dgm:prSet presAssocID="{84508B08-BF97-408A-BFC3-11434609EAC7}" presName="Child" presStyleLbl="revTx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E2D748-2EBB-4E95-A3DA-CF09C6DFF9E6}" type="pres">
      <dgm:prSet presAssocID="{84508B08-BF97-408A-BFC3-11434609EAC7}" presName="Parent" presStyleLbl="revTx" presStyleIdx="3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0EC9F-D311-4B3B-AB2D-6CB1B23730E8}" type="pres">
      <dgm:prSet presAssocID="{274D9DCF-FF14-4795-85EA-CDDBDEF6F1AB}" presName="sibTrans" presStyleCnt="0"/>
      <dgm:spPr/>
    </dgm:pt>
    <dgm:pt modelId="{F79A67CD-118C-4CC9-8360-D405297A41B3}" type="pres">
      <dgm:prSet presAssocID="{8F884DCA-8D4C-4E68-9140-B2E787C10433}" presName="composite" presStyleCnt="0"/>
      <dgm:spPr/>
    </dgm:pt>
    <dgm:pt modelId="{C927C32C-5A1B-4E6D-B0DF-C730106F186E}" type="pres">
      <dgm:prSet presAssocID="{8F884DCA-8D4C-4E68-9140-B2E787C10433}" presName="BackAccent" presStyleLbl="bgShp" presStyleIdx="2" presStyleCnt="3"/>
      <dgm:spPr/>
    </dgm:pt>
    <dgm:pt modelId="{9ADDBF6C-7548-4B8C-9EE3-573E0C915CF0}" type="pres">
      <dgm:prSet presAssocID="{8F884DCA-8D4C-4E68-9140-B2E787C10433}" presName="Accent" presStyleLbl="alignNode1" presStyleIdx="2" presStyleCnt="3"/>
      <dgm:spPr/>
    </dgm:pt>
    <dgm:pt modelId="{74165680-5487-4732-B525-B8485EDA7575}" type="pres">
      <dgm:prSet presAssocID="{8F884DCA-8D4C-4E68-9140-B2E787C10433}" presName="Child" presStyleLbl="revTx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F2E7E9-6C75-4430-91F0-EFB304F79524}" type="pres">
      <dgm:prSet presAssocID="{8F884DCA-8D4C-4E68-9140-B2E787C10433}" presName="Parent" presStyleLbl="revTx" presStyleIdx="5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A452478-E8E5-43DD-A91B-F5D19520AF9F}" srcId="{A8EA4DAC-7C78-481B-BA03-33508CAA1611}" destId="{84508B08-BF97-408A-BFC3-11434609EAC7}" srcOrd="1" destOrd="0" parTransId="{7A9809E2-5409-4E90-8759-1C47EB60B90B}" sibTransId="{274D9DCF-FF14-4795-85EA-CDDBDEF6F1AB}"/>
    <dgm:cxn modelId="{1587ABDF-795D-4920-9FD3-373174128C1D}" type="presOf" srcId="{8C17153A-BE03-4D21-9FC9-89DE8D365B21}" destId="{4D02115C-C36C-4EC8-92E7-84D89FA7CB1B}" srcOrd="0" destOrd="0" presId="urn:microsoft.com/office/officeart/2008/layout/IncreasingCircleProcess"/>
    <dgm:cxn modelId="{31A4CB7D-63BF-47DA-9193-83FAA68F07B3}" srcId="{8F884DCA-8D4C-4E68-9140-B2E787C10433}" destId="{146AE119-AE66-4EDA-A597-9738730D59AE}" srcOrd="2" destOrd="0" parTransId="{E664AA19-187B-4ABF-A33F-9CA1A8C9CFAC}" sibTransId="{F7ADE7AF-98D6-4741-A51C-8F1CC2262738}"/>
    <dgm:cxn modelId="{7B812B0A-EC65-4521-B8B0-B4EFFB4D78A8}" type="presOf" srcId="{A8EA4DAC-7C78-481B-BA03-33508CAA1611}" destId="{59688B81-3195-49BF-A9A4-5EE85BDF4F1F}" srcOrd="0" destOrd="0" presId="urn:microsoft.com/office/officeart/2008/layout/IncreasingCircleProcess"/>
    <dgm:cxn modelId="{69E2A3E3-0EBC-4E67-8CA2-97626CD1B651}" type="presOf" srcId="{FD825B35-6C30-4DBE-A79E-AF6CC57F3140}" destId="{D55FD52F-42B9-4968-82D4-D4D350BD5B76}" srcOrd="0" destOrd="1" presId="urn:microsoft.com/office/officeart/2008/layout/IncreasingCircleProcess"/>
    <dgm:cxn modelId="{67679775-E68F-46E7-BFDE-247DFE5AACAB}" type="presOf" srcId="{ED291673-A27A-4A37-ACE1-F9C74F40B6C8}" destId="{74165680-5487-4732-B525-B8485EDA7575}" srcOrd="0" destOrd="0" presId="urn:microsoft.com/office/officeart/2008/layout/IncreasingCircleProcess"/>
    <dgm:cxn modelId="{1650993B-13AD-478F-8466-6F1F9FB3F6EE}" srcId="{A8EA4DAC-7C78-481B-BA03-33508CAA1611}" destId="{DBA313E1-60BF-4405-99F3-2A760660BD01}" srcOrd="0" destOrd="0" parTransId="{DF1714A7-EC88-424E-B9F3-8B8BAFFDB02E}" sibTransId="{E1EA3B6F-A669-4C97-B33F-BF53E7E151B8}"/>
    <dgm:cxn modelId="{738D037F-1C77-4EE6-9640-57C42C533221}" type="presOf" srcId="{DBA313E1-60BF-4405-99F3-2A760660BD01}" destId="{A6C111A0-0F42-433F-883D-A998045C207D}" srcOrd="0" destOrd="0" presId="urn:microsoft.com/office/officeart/2008/layout/IncreasingCircleProcess"/>
    <dgm:cxn modelId="{ACDA9D92-2029-4AC6-B7B5-F9A8D826F433}" srcId="{8F884DCA-8D4C-4E68-9140-B2E787C10433}" destId="{E9A75756-3EB8-4946-8792-A64302959A14}" srcOrd="4" destOrd="0" parTransId="{54DFDF16-9482-4E35-82CC-4582288D449A}" sibTransId="{E13B6B88-BB90-4B25-8574-65C488801868}"/>
    <dgm:cxn modelId="{41BBD28E-1470-49D6-802F-86B5F57A801B}" srcId="{84508B08-BF97-408A-BFC3-11434609EAC7}" destId="{133C2357-31DF-40A9-B05F-7A080413ACAC}" srcOrd="0" destOrd="0" parTransId="{29046C97-0A0B-4F63-B1A2-13C22C4E54AE}" sibTransId="{5A22AEFB-213D-4CB7-BB36-FDD00D1921AF}"/>
    <dgm:cxn modelId="{8B0C06D7-D813-419E-BD4F-C92785889687}" type="presOf" srcId="{8F884DCA-8D4C-4E68-9140-B2E787C10433}" destId="{29F2E7E9-6C75-4430-91F0-EFB304F79524}" srcOrd="0" destOrd="0" presId="urn:microsoft.com/office/officeart/2008/layout/IncreasingCircleProcess"/>
    <dgm:cxn modelId="{6EE03B0A-56FA-4252-A5D5-540FE7AD1BC6}" type="presOf" srcId="{E5C97F7E-F50D-4DA8-9215-459120708EA7}" destId="{74165680-5487-4732-B525-B8485EDA7575}" srcOrd="0" destOrd="1" presId="urn:microsoft.com/office/officeart/2008/layout/IncreasingCircleProcess"/>
    <dgm:cxn modelId="{9FE3095D-9FF1-4063-BC67-8B25FC6A0084}" type="presOf" srcId="{02688DF2-6223-41DD-B859-7B2199108291}" destId="{74165680-5487-4732-B525-B8485EDA7575}" srcOrd="0" destOrd="5" presId="urn:microsoft.com/office/officeart/2008/layout/IncreasingCircleProcess"/>
    <dgm:cxn modelId="{EC3855EA-7E69-469C-B3EB-5BC55CA6EEB1}" type="presOf" srcId="{133C2357-31DF-40A9-B05F-7A080413ACAC}" destId="{D55FD52F-42B9-4968-82D4-D4D350BD5B76}" srcOrd="0" destOrd="0" presId="urn:microsoft.com/office/officeart/2008/layout/IncreasingCircleProcess"/>
    <dgm:cxn modelId="{F4A1D6CA-6BF0-46AB-B777-5FD4638D88C6}" srcId="{A8EA4DAC-7C78-481B-BA03-33508CAA1611}" destId="{8F884DCA-8D4C-4E68-9140-B2E787C10433}" srcOrd="2" destOrd="0" parTransId="{448B861A-AE33-4E39-88EF-261BD46E15D9}" sibTransId="{B0B100D1-D359-408E-BC84-EBB9813ADA51}"/>
    <dgm:cxn modelId="{1C74C327-67F7-4C80-8675-FDBD93348BCE}" type="presOf" srcId="{E9A75756-3EB8-4946-8792-A64302959A14}" destId="{74165680-5487-4732-B525-B8485EDA7575}" srcOrd="0" destOrd="6" presId="urn:microsoft.com/office/officeart/2008/layout/IncreasingCircleProcess"/>
    <dgm:cxn modelId="{9DABA110-A448-4297-9E1F-51FE183A33C7}" type="presOf" srcId="{5AD2C832-ACF0-4BEC-ACA7-A452F6042312}" destId="{74165680-5487-4732-B525-B8485EDA7575}" srcOrd="0" destOrd="2" presId="urn:microsoft.com/office/officeart/2008/layout/IncreasingCircleProcess"/>
    <dgm:cxn modelId="{A582FDEA-8583-4A99-9653-DA8426E6114A}" type="presOf" srcId="{146AE119-AE66-4EDA-A597-9738730D59AE}" destId="{74165680-5487-4732-B525-B8485EDA7575}" srcOrd="0" destOrd="4" presId="urn:microsoft.com/office/officeart/2008/layout/IncreasingCircleProcess"/>
    <dgm:cxn modelId="{25B9959D-20D9-4B2A-8389-2A9059B1F692}" srcId="{ED291673-A27A-4A37-ACE1-F9C74F40B6C8}" destId="{E5C97F7E-F50D-4DA8-9215-459120708EA7}" srcOrd="0" destOrd="0" parTransId="{E74035FC-50F5-4AF8-BDB9-B71599A1CDB9}" sibTransId="{B5F5F7DC-40C7-4A10-AAEC-A69E975A0704}"/>
    <dgm:cxn modelId="{FA88ED27-A03B-47C2-8E2C-31E09553240E}" srcId="{84508B08-BF97-408A-BFC3-11434609EAC7}" destId="{FD825B35-6C30-4DBE-A79E-AF6CC57F3140}" srcOrd="1" destOrd="0" parTransId="{F525088D-5360-4723-949D-3D3CECD45D81}" sibTransId="{914F9BBD-A575-4E28-A0BB-5C15763E91F3}"/>
    <dgm:cxn modelId="{A60C6D03-17F3-4096-B59B-FBBA40C58240}" type="presOf" srcId="{D6EABACE-48C8-4109-8FE1-FEF8681C9A31}" destId="{74165680-5487-4732-B525-B8485EDA7575}" srcOrd="0" destOrd="3" presId="urn:microsoft.com/office/officeart/2008/layout/IncreasingCircleProcess"/>
    <dgm:cxn modelId="{99833BEF-28E7-4F61-B1DC-B79717718718}" srcId="{8F884DCA-8D4C-4E68-9140-B2E787C10433}" destId="{D6EABACE-48C8-4109-8FE1-FEF8681C9A31}" srcOrd="1" destOrd="0" parTransId="{52690069-7414-429C-8A7C-88AD7E32F087}" sibTransId="{3719C08B-65F0-45EA-BDBB-09AB062AAD35}"/>
    <dgm:cxn modelId="{B88D71E7-F65B-4F2E-9C1D-C3255FCA3C9E}" srcId="{8F884DCA-8D4C-4E68-9140-B2E787C10433}" destId="{ED291673-A27A-4A37-ACE1-F9C74F40B6C8}" srcOrd="0" destOrd="0" parTransId="{00CDEE37-7C2B-4729-B565-329E0CD042E3}" sibTransId="{0EA77E38-B0C3-4635-8674-F654DA42294D}"/>
    <dgm:cxn modelId="{9437A8BC-E481-437F-89BF-DD82A3BC2A31}" srcId="{DBA313E1-60BF-4405-99F3-2A760660BD01}" destId="{8C17153A-BE03-4D21-9FC9-89DE8D365B21}" srcOrd="0" destOrd="0" parTransId="{412D4CA5-D5DF-4532-9349-E7B5B9C959EF}" sibTransId="{9456C406-0552-4534-876F-8B1E68ADDA31}"/>
    <dgm:cxn modelId="{5BB8F026-843D-4BC6-A1A6-EBC84CD1354B}" type="presOf" srcId="{84508B08-BF97-408A-BFC3-11434609EAC7}" destId="{90E2D748-2EBB-4E95-A3DA-CF09C6DFF9E6}" srcOrd="0" destOrd="0" presId="urn:microsoft.com/office/officeart/2008/layout/IncreasingCircleProcess"/>
    <dgm:cxn modelId="{10107A16-6FE8-403B-9D1E-36806A91F783}" srcId="{ED291673-A27A-4A37-ACE1-F9C74F40B6C8}" destId="{5AD2C832-ACF0-4BEC-ACA7-A452F6042312}" srcOrd="1" destOrd="0" parTransId="{879B9D7E-7E53-400C-BD28-D0EFB9EF2C3F}" sibTransId="{C070A222-F9BC-4260-A2FE-DC3981093BC3}"/>
    <dgm:cxn modelId="{C2BB9774-0062-4AEB-BC8C-8A6D78B18D47}" srcId="{8F884DCA-8D4C-4E68-9140-B2E787C10433}" destId="{02688DF2-6223-41DD-B859-7B2199108291}" srcOrd="3" destOrd="0" parTransId="{783E231E-BD5D-4138-91DE-98FDCA03D2CF}" sibTransId="{7FA737A2-020C-429C-9464-BD98D8940B25}"/>
    <dgm:cxn modelId="{6C152248-56AE-46CF-81A0-C5118F4A7D0C}" type="presParOf" srcId="{59688B81-3195-49BF-A9A4-5EE85BDF4F1F}" destId="{72FDBF0D-7420-4F41-AC73-7B8796373E9B}" srcOrd="0" destOrd="0" presId="urn:microsoft.com/office/officeart/2008/layout/IncreasingCircleProcess"/>
    <dgm:cxn modelId="{3D43FB02-D17D-48AA-A8B0-F04FC694E85F}" type="presParOf" srcId="{72FDBF0D-7420-4F41-AC73-7B8796373E9B}" destId="{BBBA3F39-F5FA-4BFD-A518-176781858339}" srcOrd="0" destOrd="0" presId="urn:microsoft.com/office/officeart/2008/layout/IncreasingCircleProcess"/>
    <dgm:cxn modelId="{23B9E20A-D8F3-47B5-9BDF-9C761AA18B24}" type="presParOf" srcId="{72FDBF0D-7420-4F41-AC73-7B8796373E9B}" destId="{17F0E598-E9F1-47FC-80C9-EDA5C176DBA5}" srcOrd="1" destOrd="0" presId="urn:microsoft.com/office/officeart/2008/layout/IncreasingCircleProcess"/>
    <dgm:cxn modelId="{C71464E3-569C-4BBB-9627-A6D17CB6A6BE}" type="presParOf" srcId="{72FDBF0D-7420-4F41-AC73-7B8796373E9B}" destId="{4D02115C-C36C-4EC8-92E7-84D89FA7CB1B}" srcOrd="2" destOrd="0" presId="urn:microsoft.com/office/officeart/2008/layout/IncreasingCircleProcess"/>
    <dgm:cxn modelId="{8F92423D-DE74-4820-8936-937FF3D2F16E}" type="presParOf" srcId="{72FDBF0D-7420-4F41-AC73-7B8796373E9B}" destId="{A6C111A0-0F42-433F-883D-A998045C207D}" srcOrd="3" destOrd="0" presId="urn:microsoft.com/office/officeart/2008/layout/IncreasingCircleProcess"/>
    <dgm:cxn modelId="{0DC290B9-0416-4FB3-ABDE-9C0CD5C21668}" type="presParOf" srcId="{59688B81-3195-49BF-A9A4-5EE85BDF4F1F}" destId="{212C47AB-352A-4301-837A-7BA1D46DAD6E}" srcOrd="1" destOrd="0" presId="urn:microsoft.com/office/officeart/2008/layout/IncreasingCircleProcess"/>
    <dgm:cxn modelId="{E39297B6-0CD9-4E0F-9D99-4A13D3F79809}" type="presParOf" srcId="{59688B81-3195-49BF-A9A4-5EE85BDF4F1F}" destId="{7B7EA25C-DF85-4936-BBDA-80478DFB4710}" srcOrd="2" destOrd="0" presId="urn:microsoft.com/office/officeart/2008/layout/IncreasingCircleProcess"/>
    <dgm:cxn modelId="{71526C0B-5D04-4720-A58B-61C18204D46F}" type="presParOf" srcId="{7B7EA25C-DF85-4936-BBDA-80478DFB4710}" destId="{F70C790A-25C2-4654-90F6-F45B51C62954}" srcOrd="0" destOrd="0" presId="urn:microsoft.com/office/officeart/2008/layout/IncreasingCircleProcess"/>
    <dgm:cxn modelId="{99AAE624-573B-45C5-A8CF-593112F676FB}" type="presParOf" srcId="{7B7EA25C-DF85-4936-BBDA-80478DFB4710}" destId="{1778C91D-CDBF-48CC-910E-E0CC53846A86}" srcOrd="1" destOrd="0" presId="urn:microsoft.com/office/officeart/2008/layout/IncreasingCircleProcess"/>
    <dgm:cxn modelId="{4BE3211C-AA3B-4F91-825C-482F43B492E4}" type="presParOf" srcId="{7B7EA25C-DF85-4936-BBDA-80478DFB4710}" destId="{D55FD52F-42B9-4968-82D4-D4D350BD5B76}" srcOrd="2" destOrd="0" presId="urn:microsoft.com/office/officeart/2008/layout/IncreasingCircleProcess"/>
    <dgm:cxn modelId="{D260102D-F29A-4FA3-883F-6BF5A2C78110}" type="presParOf" srcId="{7B7EA25C-DF85-4936-BBDA-80478DFB4710}" destId="{90E2D748-2EBB-4E95-A3DA-CF09C6DFF9E6}" srcOrd="3" destOrd="0" presId="urn:microsoft.com/office/officeart/2008/layout/IncreasingCircleProcess"/>
    <dgm:cxn modelId="{41B98814-D06B-499B-B760-6D0D8DF59C03}" type="presParOf" srcId="{59688B81-3195-49BF-A9A4-5EE85BDF4F1F}" destId="{CA90EC9F-D311-4B3B-AB2D-6CB1B23730E8}" srcOrd="3" destOrd="0" presId="urn:microsoft.com/office/officeart/2008/layout/IncreasingCircleProcess"/>
    <dgm:cxn modelId="{AFCBE0BB-E71B-4BFD-9617-49BBAB75D27D}" type="presParOf" srcId="{59688B81-3195-49BF-A9A4-5EE85BDF4F1F}" destId="{F79A67CD-118C-4CC9-8360-D405297A41B3}" srcOrd="4" destOrd="0" presId="urn:microsoft.com/office/officeart/2008/layout/IncreasingCircleProcess"/>
    <dgm:cxn modelId="{462DD518-80C1-4427-BE72-9519EE7E81BA}" type="presParOf" srcId="{F79A67CD-118C-4CC9-8360-D405297A41B3}" destId="{C927C32C-5A1B-4E6D-B0DF-C730106F186E}" srcOrd="0" destOrd="0" presId="urn:microsoft.com/office/officeart/2008/layout/IncreasingCircleProcess"/>
    <dgm:cxn modelId="{4160AEFD-58FE-417C-95BD-F53A84EDB5CF}" type="presParOf" srcId="{F79A67CD-118C-4CC9-8360-D405297A41B3}" destId="{9ADDBF6C-7548-4B8C-9EE3-573E0C915CF0}" srcOrd="1" destOrd="0" presId="urn:microsoft.com/office/officeart/2008/layout/IncreasingCircleProcess"/>
    <dgm:cxn modelId="{AC2A8CE5-564A-4888-BD2C-533512908FA2}" type="presParOf" srcId="{F79A67CD-118C-4CC9-8360-D405297A41B3}" destId="{74165680-5487-4732-B525-B8485EDA7575}" srcOrd="2" destOrd="0" presId="urn:microsoft.com/office/officeart/2008/layout/IncreasingCircleProcess"/>
    <dgm:cxn modelId="{7AE0497C-05E4-43EB-AD69-8E0E71C63D2D}" type="presParOf" srcId="{F79A67CD-118C-4CC9-8360-D405297A41B3}" destId="{29F2E7E9-6C75-4430-91F0-EFB304F79524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62A642E-CEE1-4624-8B3E-3DF4932C008C}" type="doc">
      <dgm:prSet loTypeId="urn:microsoft.com/office/officeart/2005/8/layout/hList1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05AAB482-994F-4F5E-9F04-45B516389697}">
      <dgm:prSet phldrT="[Text]" custT="1"/>
      <dgm:spPr/>
      <dgm:t>
        <a:bodyPr/>
        <a:lstStyle/>
        <a:p>
          <a:r>
            <a:rPr lang="en-US" sz="20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Business Rule</a:t>
          </a:r>
          <a:endParaRPr lang="en-US" sz="20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23716D7E-90C4-4F43-80C1-5349D7759C29}" type="parTrans" cxnId="{947C6565-8D8E-4891-B4F6-6BAC74766FDA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D990993D-6127-4E26-BC85-950CFE53A7D3}" type="sibTrans" cxnId="{947C6565-8D8E-4891-B4F6-6BAC74766FDA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5B139056-426E-4A7E-98B3-16877BC49AA3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Executes before save event (form onLoad and field onChange)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BE4E555C-20A3-45BE-A5D9-8DA71E78B873}" type="parTrans" cxnId="{AD031807-29BD-4283-B6C6-539208AA7672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701A1148-26E1-44A9-9E38-E89D2D55234B}" type="sibTrans" cxnId="{AD031807-29BD-4283-B6C6-539208AA7672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A7CFC1C5-C557-497F-9B4B-E6A5297254BB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Cannot access data from related records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A535D643-9ECE-4E23-9D61-1679F8390D6C}" type="parTrans" cxnId="{EC054C1F-D985-4FF3-97B9-C163CB5E8DDB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67120E77-CE60-4DBE-ABDE-5F2F133B3183}" type="sibTrans" cxnId="{EC054C1F-D985-4FF3-97B9-C163CB5E8DDB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0828A391-A956-4F1C-9228-14AB918735EA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Executes on save event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C907F8B4-5D7E-46D3-A522-62369DD704DD}" type="parTrans" cxnId="{4BF26DB5-8CC1-4F70-BBBB-76E1B654B662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89D5CDCA-D90E-46F9-9BC1-EEDCC79A1EBD}" type="sibTrans" cxnId="{4BF26DB5-8CC1-4F70-BBBB-76E1B654B662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571149C9-58E7-479D-BFB0-B4C9A51D97A9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access data from parental records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ACF03258-9364-4AAE-B46A-CD24DE935E2B}" type="parTrans" cxnId="{6424C12C-F020-401C-8FC5-0669CA1090CE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F50CA4CD-A1F5-4013-B99D-223FE0496BC7}" type="sibTrans" cxnId="{6424C12C-F020-401C-8FC5-0669CA1090CE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F0126A42-3478-478A-A672-E83ED29A8091}">
      <dgm:prSet phldrT="[Text]" custT="1"/>
      <dgm:spPr/>
      <dgm:t>
        <a:bodyPr/>
        <a:lstStyle/>
        <a:p>
          <a:r>
            <a:rPr lang="en-US" sz="20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Asynchronous Workflow</a:t>
          </a:r>
          <a:endParaRPr lang="en-US" sz="20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855AED3D-1D4C-45E5-90F7-77A52EC89DC4}" type="parTrans" cxnId="{891C15FD-79FA-4FBB-93A1-0A71EFD536F1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6B679A3F-16EA-40DA-A0C8-D9CA802D5247}" type="sibTrans" cxnId="{891C15FD-79FA-4FBB-93A1-0A71EFD536F1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B4C688CA-3BAA-422C-919D-D0E188ADB45C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Executes after save event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1E2D2659-A09E-421B-8C8D-7CBA7ECD2367}" type="parTrans" cxnId="{F9873511-1551-4B56-8F47-5063B34A6AD1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E82DE4D1-D5F7-4695-8F58-C2F7B57D779F}" type="sibTrans" cxnId="{F9873511-1551-4B56-8F47-5063B34A6AD1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5444C0BD-6A87-483C-A717-1B068E5EDDD8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access data from parental records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2078E5B5-0C3F-4CCF-ABAA-76189A46F05A}" type="parTrans" cxnId="{730F09F8-F72E-4631-8F77-A8E0D71B3A5D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BD479E25-4012-45AC-B062-BCC120E92FB0}" type="sibTrans" cxnId="{730F09F8-F72E-4631-8F77-A8E0D71B3A5D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B2947016-8770-493E-A34B-E9EE5DCE81BF}">
      <dgm:prSet phldrT="[Text]" custT="1"/>
      <dgm:spPr/>
      <dgm:t>
        <a:bodyPr/>
        <a:lstStyle/>
        <a:p>
          <a:r>
            <a:rPr lang="en-US" sz="20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Dialog</a:t>
          </a:r>
          <a:endParaRPr lang="en-US" sz="20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DF0232F1-D849-40AA-A9E4-B09B4C8DB1F4}" type="parTrans" cxnId="{03E79AA8-E9AB-4486-BF28-BF57381A7345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4037281C-299B-4383-9529-4568F89E0C9C}" type="sibTrans" cxnId="{03E79AA8-E9AB-4486-BF28-BF57381A7345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740F3C19-9FE3-443A-B7DD-457E805EDD60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Executes on user demand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1E03205E-AE13-482F-849B-39CFCFC07E1B}" type="parTrans" cxnId="{C1E71179-8D1B-4974-A3A6-C37D3E468EC1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761D389A-6A20-4482-9BDA-3AE37B4238EA}" type="sibTrans" cxnId="{C1E71179-8D1B-4974-A3A6-C37D3E468EC1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1F8550D7-1D3D-4A8D-B432-D6DE2CD34607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access data from parental records and query data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CF256522-8F06-49EE-86DD-0A7C62BA1656}" type="parTrans" cxnId="{37839459-A473-493F-A710-0FB1AA480509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9F662028-484D-450C-9D63-6B086496BACA}" type="sibTrans" cxnId="{37839459-A473-493F-A710-0FB1AA480509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4F8AC50A-0084-4D0A-98E3-04B6CADB64DD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manipulate data and UI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ED81EA1A-AB6B-401D-8EC9-133F3793B5B8}" type="parTrans" cxnId="{24A88D3C-CB10-42AC-8238-9FBA5D86B58C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0F7EA4A5-64C1-473E-A8B1-EA2A486D4656}" type="sibTrans" cxnId="{24A88D3C-CB10-42AC-8238-9FBA5D86B58C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2E9D611D-64E2-423F-9548-291D8867901E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manipulate data only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F194AC31-B3DA-4C6E-A3E8-6DC2E7549E5B}" type="parTrans" cxnId="{CEB6FE5D-1EE1-4E69-BF8C-BE0422E644A6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F6DD88BC-1A9B-4567-BD93-D48178108EA2}" type="sibTrans" cxnId="{CEB6FE5D-1EE1-4E69-BF8C-BE0422E644A6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52A8BA81-A318-4712-B31D-40E77B28A6E6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manipulate data only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2FBB6A18-26DB-40E2-9A40-8F89CE035C9D}" type="parTrans" cxnId="{CAF8B827-A553-4AD8-89DA-C279FFE90D94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94137872-478D-498C-AB85-E01643F94560}" type="sibTrans" cxnId="{CAF8B827-A553-4AD8-89DA-C279FFE90D94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80AEA288-3F56-4083-9322-A89CD4190193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manipulate data only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E4EBD7C0-AA02-44ED-985A-C5282E37FEBF}" type="parTrans" cxnId="{34E73241-E615-4F97-9E74-95F7F2644BDF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F4562482-FAD8-47F9-B71D-B8BBEA28E931}" type="sibTrans" cxnId="{34E73241-E615-4F97-9E74-95F7F2644BDF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128B123F-E0F8-450C-B1FF-C1241B0EC99A}">
      <dgm:prSet phldrT="[Text]" custT="1"/>
      <dgm:spPr/>
      <dgm:t>
        <a:bodyPr/>
        <a:lstStyle/>
        <a:p>
          <a:r>
            <a:rPr lang="en-US" sz="20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Real-Time Workflow</a:t>
          </a:r>
          <a:endParaRPr lang="en-US" sz="20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18F188B2-FB22-498A-AA5D-3E13ECAD6637}" type="parTrans" cxnId="{1078D8CC-152F-40B2-9F8B-6045D0CFA0B6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EA62E5E8-9F64-43F1-A99E-6067534BF056}" type="sibTrans" cxnId="{1078D8CC-152F-40B2-9F8B-6045D0CFA0B6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8EB8B082-812E-4C27-ABAA-6180D6CBA949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Applied to data updates through UI only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DC8EC91C-96D3-4948-BC98-C65F5FE5CE1A}" type="parTrans" cxnId="{F9D2E67C-97C3-4F01-AF17-314D592EDE83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A7F4EB61-0530-4CFF-BEFC-A16B37A33E36}" type="sibTrans" cxnId="{F9D2E67C-97C3-4F01-AF17-314D592EDE83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400AF424-EEC4-4F68-A832-BA34149A93D3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Not applied on any data updates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376C4B02-F6D1-4A09-B8F5-B541D831CEF4}" type="parTrans" cxnId="{626EBB72-290F-4B6C-BDCC-C1DA4BA67B60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82304A75-0D37-4A7F-ABF7-F3BD3C85CDD5}" type="sibTrans" cxnId="{626EBB72-290F-4B6C-BDCC-C1DA4BA67B60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4F222D53-797F-4F46-B4DB-078D41912DA2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Applied to data updates through UI and API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F6C98834-FD0B-47E1-A7C7-6CB985BC0FD1}" type="parTrans" cxnId="{9F8CE75F-383D-46C0-8C6E-E653B9527948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D2F762E5-4C49-432E-9137-61CE94C6ED8E}" type="sibTrans" cxnId="{9F8CE75F-383D-46C0-8C6E-E653B9527948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15F90960-4ABD-4BFF-98BA-4384CF813821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Applied to data updates through UI and API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2FA2EA51-E77F-4B39-915A-F155E34A8F5B}" type="parTrans" cxnId="{1F5AD530-48E0-4C71-8AFE-EF6B670AEC2E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7AF5299D-EA6C-4FF7-B897-B5EE35820C78}" type="sibTrans" cxnId="{1F5AD530-48E0-4C71-8AFE-EF6B670AEC2E}">
      <dgm:prSet/>
      <dgm:spPr/>
      <dgm:t>
        <a:bodyPr/>
        <a:lstStyle/>
        <a:p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F64B2C21-01C3-4235-BBA3-CFE1B239283E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For working with a single record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FB843864-7DD9-4758-9DE2-933E07F852C2}" type="parTrans" cxnId="{F141FDFB-1762-44EF-A50B-1B1A2FF91CAA}">
      <dgm:prSet/>
      <dgm:spPr/>
      <dgm:t>
        <a:bodyPr/>
        <a:lstStyle/>
        <a:p>
          <a:endParaRPr lang="en-US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6545AE83-1B07-493B-9F7A-3B7DABEF6D20}" type="sibTrans" cxnId="{F141FDFB-1762-44EF-A50B-1B1A2FF91CAA}">
      <dgm:prSet/>
      <dgm:spPr/>
      <dgm:t>
        <a:bodyPr/>
        <a:lstStyle/>
        <a:p>
          <a:endParaRPr lang="en-US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05348CC3-138E-4CCB-A8E3-34E5B618E8AE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For working with single or multiple records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838B240A-A778-42C3-AE5D-C7EA59803F8F}" type="parTrans" cxnId="{5CD309C2-A2BB-4DAF-A548-BDB4988C5D8C}">
      <dgm:prSet/>
      <dgm:spPr/>
      <dgm:t>
        <a:bodyPr/>
        <a:lstStyle/>
        <a:p>
          <a:endParaRPr lang="en-US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7B9FA7D4-4FDA-4CAB-8DC2-95EE34D61307}" type="sibTrans" cxnId="{5CD309C2-A2BB-4DAF-A548-BDB4988C5D8C}">
      <dgm:prSet/>
      <dgm:spPr/>
      <dgm:t>
        <a:bodyPr/>
        <a:lstStyle/>
        <a:p>
          <a:endParaRPr lang="en-US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8D2A1C2C-AACE-40E0-A362-FE12A50FEDD9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For working with single or multiple records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A17BC73E-C19E-4ABE-9DDF-24EB997CB63B}" type="parTrans" cxnId="{CA1D9309-2ACF-4084-9591-7F03CCFBE555}">
      <dgm:prSet/>
      <dgm:spPr/>
      <dgm:t>
        <a:bodyPr/>
        <a:lstStyle/>
        <a:p>
          <a:endParaRPr lang="en-US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087EA845-76ED-46FF-BCFA-033721E044C5}" type="sibTrans" cxnId="{CA1D9309-2ACF-4084-9591-7F03CCFBE555}">
      <dgm:prSet/>
      <dgm:spPr/>
      <dgm:t>
        <a:bodyPr/>
        <a:lstStyle/>
        <a:p>
          <a:endParaRPr lang="en-US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4D23782D-79C5-4D9B-9C26-564E5DCCCCA9}">
      <dgm:prSet phldrT="[Text]"/>
      <dgm:spPr/>
      <dgm:t>
        <a:bodyPr/>
        <a:lstStyle/>
        <a:p>
          <a:r>
            <a:rPr lang="en-US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For working with a single record</a:t>
          </a:r>
          <a:endParaRPr lang="en-US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876E3DE0-D436-4F7F-BC91-6E2C79037252}" type="parTrans" cxnId="{3A5554CF-B237-498F-B120-142E7C167225}">
      <dgm:prSet/>
      <dgm:spPr/>
      <dgm:t>
        <a:bodyPr/>
        <a:lstStyle/>
        <a:p>
          <a:endParaRPr lang="en-US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76A320BC-95E9-4ADD-83F7-F8225AC0ADD4}" type="sibTrans" cxnId="{3A5554CF-B237-498F-B120-142E7C167225}">
      <dgm:prSet/>
      <dgm:spPr/>
      <dgm:t>
        <a:bodyPr/>
        <a:lstStyle/>
        <a:p>
          <a:endParaRPr lang="en-US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gm:t>
    </dgm:pt>
    <dgm:pt modelId="{34225E25-2FDD-4BDF-8C21-969A690BFAE9}" type="pres">
      <dgm:prSet presAssocID="{562A642E-CEE1-4624-8B3E-3DF4932C008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i-FI"/>
        </a:p>
      </dgm:t>
    </dgm:pt>
    <dgm:pt modelId="{5F9D91A0-DFCB-4ABF-B7EC-BEE8E2FB550F}" type="pres">
      <dgm:prSet presAssocID="{05AAB482-994F-4F5E-9F04-45B516389697}" presName="composite" presStyleCnt="0"/>
      <dgm:spPr/>
      <dgm:t>
        <a:bodyPr/>
        <a:lstStyle/>
        <a:p>
          <a:endParaRPr lang="fi-FI"/>
        </a:p>
      </dgm:t>
    </dgm:pt>
    <dgm:pt modelId="{59A8C108-6E18-4A20-A365-E113422135D1}" type="pres">
      <dgm:prSet presAssocID="{05AAB482-994F-4F5E-9F04-45B516389697}" presName="parTx" presStyleLbl="alignNode1" presStyleIdx="0" presStyleCnt="4" custLinFactNeighborX="-166" custLinFactNeighborY="-227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B35A63-E966-49A9-A379-F966855C7807}" type="pres">
      <dgm:prSet presAssocID="{05AAB482-994F-4F5E-9F04-45B516389697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6B7F14-207D-43E5-BB14-ADEE7A8CCFAE}" type="pres">
      <dgm:prSet presAssocID="{D990993D-6127-4E26-BC85-950CFE53A7D3}" presName="space" presStyleCnt="0"/>
      <dgm:spPr/>
      <dgm:t>
        <a:bodyPr/>
        <a:lstStyle/>
        <a:p>
          <a:endParaRPr lang="fi-FI"/>
        </a:p>
      </dgm:t>
    </dgm:pt>
    <dgm:pt modelId="{03E09DC0-4E3E-4349-A789-D9CF9C0D8299}" type="pres">
      <dgm:prSet presAssocID="{128B123F-E0F8-450C-B1FF-C1241B0EC99A}" presName="composite" presStyleCnt="0"/>
      <dgm:spPr/>
      <dgm:t>
        <a:bodyPr/>
        <a:lstStyle/>
        <a:p>
          <a:endParaRPr lang="fi-FI"/>
        </a:p>
      </dgm:t>
    </dgm:pt>
    <dgm:pt modelId="{3D4C653F-C8D8-4B48-B294-724B3ED912D6}" type="pres">
      <dgm:prSet presAssocID="{128B123F-E0F8-450C-B1FF-C1241B0EC99A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9636D5-94AA-4161-AECC-A91556E38DBC}" type="pres">
      <dgm:prSet presAssocID="{128B123F-E0F8-450C-B1FF-C1241B0EC99A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CA0233-42BB-445A-AB07-C1854C00BBD7}" type="pres">
      <dgm:prSet presAssocID="{EA62E5E8-9F64-43F1-A99E-6067534BF056}" presName="space" presStyleCnt="0"/>
      <dgm:spPr/>
      <dgm:t>
        <a:bodyPr/>
        <a:lstStyle/>
        <a:p>
          <a:endParaRPr lang="fi-FI"/>
        </a:p>
      </dgm:t>
    </dgm:pt>
    <dgm:pt modelId="{AA2475B8-A4C5-430E-9A08-17695F3ADD94}" type="pres">
      <dgm:prSet presAssocID="{F0126A42-3478-478A-A672-E83ED29A8091}" presName="composite" presStyleCnt="0"/>
      <dgm:spPr/>
      <dgm:t>
        <a:bodyPr/>
        <a:lstStyle/>
        <a:p>
          <a:endParaRPr lang="fi-FI"/>
        </a:p>
      </dgm:t>
    </dgm:pt>
    <dgm:pt modelId="{1240FD21-5540-4317-B6B5-150524A4304B}" type="pres">
      <dgm:prSet presAssocID="{F0126A42-3478-478A-A672-E83ED29A809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73CB53-CA3F-4625-A009-44EB67E89A66}" type="pres">
      <dgm:prSet presAssocID="{F0126A42-3478-478A-A672-E83ED29A8091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37822C-BBD7-4851-838C-F0EACB726B5D}" type="pres">
      <dgm:prSet presAssocID="{6B679A3F-16EA-40DA-A0C8-D9CA802D5247}" presName="space" presStyleCnt="0"/>
      <dgm:spPr/>
      <dgm:t>
        <a:bodyPr/>
        <a:lstStyle/>
        <a:p>
          <a:endParaRPr lang="fi-FI"/>
        </a:p>
      </dgm:t>
    </dgm:pt>
    <dgm:pt modelId="{A976BCD1-FB2E-449E-A061-5360A84BD19E}" type="pres">
      <dgm:prSet presAssocID="{B2947016-8770-493E-A34B-E9EE5DCE81BF}" presName="composite" presStyleCnt="0"/>
      <dgm:spPr/>
      <dgm:t>
        <a:bodyPr/>
        <a:lstStyle/>
        <a:p>
          <a:endParaRPr lang="fi-FI"/>
        </a:p>
      </dgm:t>
    </dgm:pt>
    <dgm:pt modelId="{4E0A888F-D368-4372-89F8-C8F279C6ACC8}" type="pres">
      <dgm:prSet presAssocID="{B2947016-8770-493E-A34B-E9EE5DCE81BF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5284A4-4336-43C8-959D-A15DE8B288C1}" type="pres">
      <dgm:prSet presAssocID="{B2947016-8770-493E-A34B-E9EE5DCE81BF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F8CE75F-383D-46C0-8C6E-E653B9527948}" srcId="{128B123F-E0F8-450C-B1FF-C1241B0EC99A}" destId="{4F222D53-797F-4F46-B4DB-078D41912DA2}" srcOrd="1" destOrd="0" parTransId="{F6C98834-FD0B-47E1-A7C7-6CB985BC0FD1}" sibTransId="{D2F762E5-4C49-432E-9137-61CE94C6ED8E}"/>
    <dgm:cxn modelId="{A0471267-D8A2-408D-BA7F-573302693F9A}" type="presOf" srcId="{4D23782D-79C5-4D9B-9C26-564E5DCCCCA9}" destId="{8D5284A4-4336-43C8-959D-A15DE8B288C1}" srcOrd="0" destOrd="2" presId="urn:microsoft.com/office/officeart/2005/8/layout/hList1"/>
    <dgm:cxn modelId="{4BF26DB5-8CC1-4F70-BBBB-76E1B654B662}" srcId="{128B123F-E0F8-450C-B1FF-C1241B0EC99A}" destId="{0828A391-A956-4F1C-9228-14AB918735EA}" srcOrd="0" destOrd="0" parTransId="{C907F8B4-5D7E-46D3-A522-62369DD704DD}" sibTransId="{89D5CDCA-D90E-46F9-9BC1-EEDCC79A1EBD}"/>
    <dgm:cxn modelId="{38906CC8-CAAC-4824-A70C-F6FA9FA43E01}" type="presOf" srcId="{400AF424-EEC4-4F68-A832-BA34149A93D3}" destId="{8D5284A4-4336-43C8-959D-A15DE8B288C1}" srcOrd="0" destOrd="1" presId="urn:microsoft.com/office/officeart/2005/8/layout/hList1"/>
    <dgm:cxn modelId="{71B8A783-E2EA-4AB4-8BEA-5B30D9788C47}" type="presOf" srcId="{A7CFC1C5-C557-497F-9B4B-E6A5297254BB}" destId="{CDB35A63-E966-49A9-A379-F966855C7807}" srcOrd="0" destOrd="3" presId="urn:microsoft.com/office/officeart/2005/8/layout/hList1"/>
    <dgm:cxn modelId="{AD031807-29BD-4283-B6C6-539208AA7672}" srcId="{05AAB482-994F-4F5E-9F04-45B516389697}" destId="{5B139056-426E-4A7E-98B3-16877BC49AA3}" srcOrd="0" destOrd="0" parTransId="{BE4E555C-20A3-45BE-A5D9-8DA71E78B873}" sibTransId="{701A1148-26E1-44A9-9E38-E89D2D55234B}"/>
    <dgm:cxn modelId="{A11BD0AE-D7B2-4E87-820D-9C535F01A4D6}" type="presOf" srcId="{F64B2C21-01C3-4235-BBA3-CFE1B239283E}" destId="{CDB35A63-E966-49A9-A379-F966855C7807}" srcOrd="0" destOrd="2" presId="urn:microsoft.com/office/officeart/2005/8/layout/hList1"/>
    <dgm:cxn modelId="{21A3A0A8-980F-4AF7-B8D1-7F3A84001E76}" type="presOf" srcId="{8EB8B082-812E-4C27-ABAA-6180D6CBA949}" destId="{CDB35A63-E966-49A9-A379-F966855C7807}" srcOrd="0" destOrd="1" presId="urn:microsoft.com/office/officeart/2005/8/layout/hList1"/>
    <dgm:cxn modelId="{CEB6FE5D-1EE1-4E69-BF8C-BE0422E644A6}" srcId="{128B123F-E0F8-450C-B1FF-C1241B0EC99A}" destId="{2E9D611D-64E2-423F-9548-291D8867901E}" srcOrd="4" destOrd="0" parTransId="{F194AC31-B3DA-4C6E-A3E8-6DC2E7549E5B}" sibTransId="{F6DD88BC-1A9B-4567-BD93-D48178108EA2}"/>
    <dgm:cxn modelId="{F3EBC371-A2EE-49BC-B1E6-DE75B7DB14B0}" type="presOf" srcId="{740F3C19-9FE3-443A-B7DD-457E805EDD60}" destId="{8D5284A4-4336-43C8-959D-A15DE8B288C1}" srcOrd="0" destOrd="0" presId="urn:microsoft.com/office/officeart/2005/8/layout/hList1"/>
    <dgm:cxn modelId="{C519F347-737F-4CF5-906C-78056227C687}" type="presOf" srcId="{B2947016-8770-493E-A34B-E9EE5DCE81BF}" destId="{4E0A888F-D368-4372-89F8-C8F279C6ACC8}" srcOrd="0" destOrd="0" presId="urn:microsoft.com/office/officeart/2005/8/layout/hList1"/>
    <dgm:cxn modelId="{06B084CD-C862-4B7C-BFED-163800ED5F60}" type="presOf" srcId="{15F90960-4ABD-4BFF-98BA-4384CF813821}" destId="{8673CB53-CA3F-4625-A009-44EB67E89A66}" srcOrd="0" destOrd="1" presId="urn:microsoft.com/office/officeart/2005/8/layout/hList1"/>
    <dgm:cxn modelId="{E2639436-5453-4801-A0C7-9481999D9E84}" type="presOf" srcId="{05348CC3-138E-4CCB-A8E3-34E5B618E8AE}" destId="{4F9636D5-94AA-4161-AECC-A91556E38DBC}" srcOrd="0" destOrd="2" presId="urn:microsoft.com/office/officeart/2005/8/layout/hList1"/>
    <dgm:cxn modelId="{A7FF77D1-BC6D-4F44-A504-F58DE1A6BB5F}" type="presOf" srcId="{52A8BA81-A318-4712-B31D-40E77B28A6E6}" destId="{8673CB53-CA3F-4625-A009-44EB67E89A66}" srcOrd="0" destOrd="4" presId="urn:microsoft.com/office/officeart/2005/8/layout/hList1"/>
    <dgm:cxn modelId="{5CD309C2-A2BB-4DAF-A548-BDB4988C5D8C}" srcId="{128B123F-E0F8-450C-B1FF-C1241B0EC99A}" destId="{05348CC3-138E-4CCB-A8E3-34E5B618E8AE}" srcOrd="2" destOrd="0" parTransId="{838B240A-A778-42C3-AE5D-C7EA59803F8F}" sibTransId="{7B9FA7D4-4FDA-4CAB-8DC2-95EE34D61307}"/>
    <dgm:cxn modelId="{33CEC957-EC04-4931-8F40-09A44ED61ED2}" type="presOf" srcId="{80AEA288-3F56-4083-9322-A89CD4190193}" destId="{8D5284A4-4336-43C8-959D-A15DE8B288C1}" srcOrd="0" destOrd="4" presId="urn:microsoft.com/office/officeart/2005/8/layout/hList1"/>
    <dgm:cxn modelId="{F9D2E67C-97C3-4F01-AF17-314D592EDE83}" srcId="{05AAB482-994F-4F5E-9F04-45B516389697}" destId="{8EB8B082-812E-4C27-ABAA-6180D6CBA949}" srcOrd="1" destOrd="0" parTransId="{DC8EC91C-96D3-4948-BC98-C65F5FE5CE1A}" sibTransId="{A7F4EB61-0530-4CFF-BEFC-A16B37A33E36}"/>
    <dgm:cxn modelId="{D41014EF-69B4-44B9-A54F-A394F1229F46}" type="presOf" srcId="{4F8AC50A-0084-4D0A-98E3-04B6CADB64DD}" destId="{CDB35A63-E966-49A9-A379-F966855C7807}" srcOrd="0" destOrd="4" presId="urn:microsoft.com/office/officeart/2005/8/layout/hList1"/>
    <dgm:cxn modelId="{1B7153E7-DCE3-4A85-B478-BA1F757D02D1}" type="presOf" srcId="{5444C0BD-6A87-483C-A717-1B068E5EDDD8}" destId="{8673CB53-CA3F-4625-A009-44EB67E89A66}" srcOrd="0" destOrd="3" presId="urn:microsoft.com/office/officeart/2005/8/layout/hList1"/>
    <dgm:cxn modelId="{37839459-A473-493F-A710-0FB1AA480509}" srcId="{B2947016-8770-493E-A34B-E9EE5DCE81BF}" destId="{1F8550D7-1D3D-4A8D-B432-D6DE2CD34607}" srcOrd="3" destOrd="0" parTransId="{CF256522-8F06-49EE-86DD-0A7C62BA1656}" sibTransId="{9F662028-484D-450C-9D63-6B086496BACA}"/>
    <dgm:cxn modelId="{891C15FD-79FA-4FBB-93A1-0A71EFD536F1}" srcId="{562A642E-CEE1-4624-8B3E-3DF4932C008C}" destId="{F0126A42-3478-478A-A672-E83ED29A8091}" srcOrd="2" destOrd="0" parTransId="{855AED3D-1D4C-45E5-90F7-77A52EC89DC4}" sibTransId="{6B679A3F-16EA-40DA-A0C8-D9CA802D5247}"/>
    <dgm:cxn modelId="{F141FDFB-1762-44EF-A50B-1B1A2FF91CAA}" srcId="{05AAB482-994F-4F5E-9F04-45B516389697}" destId="{F64B2C21-01C3-4235-BBA3-CFE1B239283E}" srcOrd="2" destOrd="0" parTransId="{FB843864-7DD9-4758-9DE2-933E07F852C2}" sibTransId="{6545AE83-1B07-493B-9F7A-3B7DABEF6D20}"/>
    <dgm:cxn modelId="{CA1D9309-2ACF-4084-9591-7F03CCFBE555}" srcId="{F0126A42-3478-478A-A672-E83ED29A8091}" destId="{8D2A1C2C-AACE-40E0-A362-FE12A50FEDD9}" srcOrd="2" destOrd="0" parTransId="{A17BC73E-C19E-4ABE-9DDF-24EB997CB63B}" sibTransId="{087EA845-76ED-46FF-BCFA-033721E044C5}"/>
    <dgm:cxn modelId="{C1E71179-8D1B-4974-A3A6-C37D3E468EC1}" srcId="{B2947016-8770-493E-A34B-E9EE5DCE81BF}" destId="{740F3C19-9FE3-443A-B7DD-457E805EDD60}" srcOrd="0" destOrd="0" parTransId="{1E03205E-AE13-482F-849B-39CFCFC07E1B}" sibTransId="{761D389A-6A20-4482-9BDA-3AE37B4238EA}"/>
    <dgm:cxn modelId="{34E73241-E615-4F97-9E74-95F7F2644BDF}" srcId="{B2947016-8770-493E-A34B-E9EE5DCE81BF}" destId="{80AEA288-3F56-4083-9322-A89CD4190193}" srcOrd="4" destOrd="0" parTransId="{E4EBD7C0-AA02-44ED-985A-C5282E37FEBF}" sibTransId="{F4562482-FAD8-47F9-B71D-B8BBEA28E931}"/>
    <dgm:cxn modelId="{F9873511-1551-4B56-8F47-5063B34A6AD1}" srcId="{F0126A42-3478-478A-A672-E83ED29A8091}" destId="{B4C688CA-3BAA-422C-919D-D0E188ADB45C}" srcOrd="0" destOrd="0" parTransId="{1E2D2659-A09E-421B-8C8D-7CBA7ECD2367}" sibTransId="{E82DE4D1-D5F7-4695-8F58-C2F7B57D779F}"/>
    <dgm:cxn modelId="{E9004019-012E-45D2-BC3F-F9A949353007}" type="presOf" srcId="{2E9D611D-64E2-423F-9548-291D8867901E}" destId="{4F9636D5-94AA-4161-AECC-A91556E38DBC}" srcOrd="0" destOrd="4" presId="urn:microsoft.com/office/officeart/2005/8/layout/hList1"/>
    <dgm:cxn modelId="{EC054C1F-D985-4FF3-97B9-C163CB5E8DDB}" srcId="{05AAB482-994F-4F5E-9F04-45B516389697}" destId="{A7CFC1C5-C557-497F-9B4B-E6A5297254BB}" srcOrd="3" destOrd="0" parTransId="{A535D643-9ECE-4E23-9D61-1679F8390D6C}" sibTransId="{67120E77-CE60-4DBE-ABDE-5F2F133B3183}"/>
    <dgm:cxn modelId="{CAF8B827-A553-4AD8-89DA-C279FFE90D94}" srcId="{F0126A42-3478-478A-A672-E83ED29A8091}" destId="{52A8BA81-A318-4712-B31D-40E77B28A6E6}" srcOrd="4" destOrd="0" parTransId="{2FBB6A18-26DB-40E2-9A40-8F89CE035C9D}" sibTransId="{94137872-478D-498C-AB85-E01643F94560}"/>
    <dgm:cxn modelId="{8CC3DACC-BA79-4A85-B931-1B7D98E302B7}" type="presOf" srcId="{571149C9-58E7-479D-BFB0-B4C9A51D97A9}" destId="{4F9636D5-94AA-4161-AECC-A91556E38DBC}" srcOrd="0" destOrd="3" presId="urn:microsoft.com/office/officeart/2005/8/layout/hList1"/>
    <dgm:cxn modelId="{6902AB07-8280-40CF-AE5F-088D798734A6}" type="presOf" srcId="{128B123F-E0F8-450C-B1FF-C1241B0EC99A}" destId="{3D4C653F-C8D8-4B48-B294-724B3ED912D6}" srcOrd="0" destOrd="0" presId="urn:microsoft.com/office/officeart/2005/8/layout/hList1"/>
    <dgm:cxn modelId="{730F09F8-F72E-4631-8F77-A8E0D71B3A5D}" srcId="{F0126A42-3478-478A-A672-E83ED29A8091}" destId="{5444C0BD-6A87-483C-A717-1B068E5EDDD8}" srcOrd="3" destOrd="0" parTransId="{2078E5B5-0C3F-4CCF-ABAA-76189A46F05A}" sibTransId="{BD479E25-4012-45AC-B062-BCC120E92FB0}"/>
    <dgm:cxn modelId="{22D9C984-0549-42A1-9B3F-2DF5B5781EAC}" type="presOf" srcId="{F0126A42-3478-478A-A672-E83ED29A8091}" destId="{1240FD21-5540-4317-B6B5-150524A4304B}" srcOrd="0" destOrd="0" presId="urn:microsoft.com/office/officeart/2005/8/layout/hList1"/>
    <dgm:cxn modelId="{01823741-E6CD-4758-B4E1-321E81543F72}" type="presOf" srcId="{0828A391-A956-4F1C-9228-14AB918735EA}" destId="{4F9636D5-94AA-4161-AECC-A91556E38DBC}" srcOrd="0" destOrd="0" presId="urn:microsoft.com/office/officeart/2005/8/layout/hList1"/>
    <dgm:cxn modelId="{626EBB72-290F-4B6C-BDCC-C1DA4BA67B60}" srcId="{B2947016-8770-493E-A34B-E9EE5DCE81BF}" destId="{400AF424-EEC4-4F68-A832-BA34149A93D3}" srcOrd="1" destOrd="0" parTransId="{376C4B02-F6D1-4A09-B8F5-B541D831CEF4}" sibTransId="{82304A75-0D37-4A7F-ABF7-F3BD3C85CDD5}"/>
    <dgm:cxn modelId="{EA8E9C49-9816-4EC2-81BA-6F74033F274F}" type="presOf" srcId="{8D2A1C2C-AACE-40E0-A362-FE12A50FEDD9}" destId="{8673CB53-CA3F-4625-A009-44EB67E89A66}" srcOrd="0" destOrd="2" presId="urn:microsoft.com/office/officeart/2005/8/layout/hList1"/>
    <dgm:cxn modelId="{440DD1D5-1ED5-4291-8276-6BCA49EBEDEC}" type="presOf" srcId="{05AAB482-994F-4F5E-9F04-45B516389697}" destId="{59A8C108-6E18-4A20-A365-E113422135D1}" srcOrd="0" destOrd="0" presId="urn:microsoft.com/office/officeart/2005/8/layout/hList1"/>
    <dgm:cxn modelId="{0E2247C8-4032-4140-BA02-11A87E376895}" type="presOf" srcId="{1F8550D7-1D3D-4A8D-B432-D6DE2CD34607}" destId="{8D5284A4-4336-43C8-959D-A15DE8B288C1}" srcOrd="0" destOrd="3" presId="urn:microsoft.com/office/officeart/2005/8/layout/hList1"/>
    <dgm:cxn modelId="{6424C12C-F020-401C-8FC5-0669CA1090CE}" srcId="{128B123F-E0F8-450C-B1FF-C1241B0EC99A}" destId="{571149C9-58E7-479D-BFB0-B4C9A51D97A9}" srcOrd="3" destOrd="0" parTransId="{ACF03258-9364-4AAE-B46A-CD24DE935E2B}" sibTransId="{F50CA4CD-A1F5-4013-B99D-223FE0496BC7}"/>
    <dgm:cxn modelId="{947C6565-8D8E-4891-B4F6-6BAC74766FDA}" srcId="{562A642E-CEE1-4624-8B3E-3DF4932C008C}" destId="{05AAB482-994F-4F5E-9F04-45B516389697}" srcOrd="0" destOrd="0" parTransId="{23716D7E-90C4-4F43-80C1-5349D7759C29}" sibTransId="{D990993D-6127-4E26-BC85-950CFE53A7D3}"/>
    <dgm:cxn modelId="{E813CE76-99A5-4302-B4CC-586DCF2D10F6}" type="presOf" srcId="{4F222D53-797F-4F46-B4DB-078D41912DA2}" destId="{4F9636D5-94AA-4161-AECC-A91556E38DBC}" srcOrd="0" destOrd="1" presId="urn:microsoft.com/office/officeart/2005/8/layout/hList1"/>
    <dgm:cxn modelId="{24A88D3C-CB10-42AC-8238-9FBA5D86B58C}" srcId="{05AAB482-994F-4F5E-9F04-45B516389697}" destId="{4F8AC50A-0084-4D0A-98E3-04B6CADB64DD}" srcOrd="4" destOrd="0" parTransId="{ED81EA1A-AB6B-401D-8EC9-133F3793B5B8}" sibTransId="{0F7EA4A5-64C1-473E-A8B1-EA2A486D4656}"/>
    <dgm:cxn modelId="{3A5554CF-B237-498F-B120-142E7C167225}" srcId="{B2947016-8770-493E-A34B-E9EE5DCE81BF}" destId="{4D23782D-79C5-4D9B-9C26-564E5DCCCCA9}" srcOrd="2" destOrd="0" parTransId="{876E3DE0-D436-4F7F-BC91-6E2C79037252}" sibTransId="{76A320BC-95E9-4ADD-83F7-F8225AC0ADD4}"/>
    <dgm:cxn modelId="{40BA71E5-7520-4822-93D2-4F184407BB3B}" type="presOf" srcId="{B4C688CA-3BAA-422C-919D-D0E188ADB45C}" destId="{8673CB53-CA3F-4625-A009-44EB67E89A66}" srcOrd="0" destOrd="0" presId="urn:microsoft.com/office/officeart/2005/8/layout/hList1"/>
    <dgm:cxn modelId="{1F5AD530-48E0-4C71-8AFE-EF6B670AEC2E}" srcId="{F0126A42-3478-478A-A672-E83ED29A8091}" destId="{15F90960-4ABD-4BFF-98BA-4384CF813821}" srcOrd="1" destOrd="0" parTransId="{2FA2EA51-E77F-4B39-915A-F155E34A8F5B}" sibTransId="{7AF5299D-EA6C-4FF7-B897-B5EE35820C78}"/>
    <dgm:cxn modelId="{1078D8CC-152F-40B2-9F8B-6045D0CFA0B6}" srcId="{562A642E-CEE1-4624-8B3E-3DF4932C008C}" destId="{128B123F-E0F8-450C-B1FF-C1241B0EC99A}" srcOrd="1" destOrd="0" parTransId="{18F188B2-FB22-498A-AA5D-3E13ECAD6637}" sibTransId="{EA62E5E8-9F64-43F1-A99E-6067534BF056}"/>
    <dgm:cxn modelId="{03E79AA8-E9AB-4486-BF28-BF57381A7345}" srcId="{562A642E-CEE1-4624-8B3E-3DF4932C008C}" destId="{B2947016-8770-493E-A34B-E9EE5DCE81BF}" srcOrd="3" destOrd="0" parTransId="{DF0232F1-D849-40AA-A9E4-B09B4C8DB1F4}" sibTransId="{4037281C-299B-4383-9529-4568F89E0C9C}"/>
    <dgm:cxn modelId="{580EB466-D9D4-4B8E-97CE-78877E4AD83B}" type="presOf" srcId="{5B139056-426E-4A7E-98B3-16877BC49AA3}" destId="{CDB35A63-E966-49A9-A379-F966855C7807}" srcOrd="0" destOrd="0" presId="urn:microsoft.com/office/officeart/2005/8/layout/hList1"/>
    <dgm:cxn modelId="{13B674B2-8D68-48B8-AD62-D011C9172490}" type="presOf" srcId="{562A642E-CEE1-4624-8B3E-3DF4932C008C}" destId="{34225E25-2FDD-4BDF-8C21-969A690BFAE9}" srcOrd="0" destOrd="0" presId="urn:microsoft.com/office/officeart/2005/8/layout/hList1"/>
    <dgm:cxn modelId="{FE8D6E80-C5A7-42A3-A371-5B51B781A0DD}" type="presParOf" srcId="{34225E25-2FDD-4BDF-8C21-969A690BFAE9}" destId="{5F9D91A0-DFCB-4ABF-B7EC-BEE8E2FB550F}" srcOrd="0" destOrd="0" presId="urn:microsoft.com/office/officeart/2005/8/layout/hList1"/>
    <dgm:cxn modelId="{887CF202-BB04-4F0E-8DD4-E9866D24AAAB}" type="presParOf" srcId="{5F9D91A0-DFCB-4ABF-B7EC-BEE8E2FB550F}" destId="{59A8C108-6E18-4A20-A365-E113422135D1}" srcOrd="0" destOrd="0" presId="urn:microsoft.com/office/officeart/2005/8/layout/hList1"/>
    <dgm:cxn modelId="{6C44B098-FDF8-4C0D-9193-47079219C391}" type="presParOf" srcId="{5F9D91A0-DFCB-4ABF-B7EC-BEE8E2FB550F}" destId="{CDB35A63-E966-49A9-A379-F966855C7807}" srcOrd="1" destOrd="0" presId="urn:microsoft.com/office/officeart/2005/8/layout/hList1"/>
    <dgm:cxn modelId="{FBE81FC5-03BF-4DFC-9B1E-3A9B94A05B11}" type="presParOf" srcId="{34225E25-2FDD-4BDF-8C21-969A690BFAE9}" destId="{736B7F14-207D-43E5-BB14-ADEE7A8CCFAE}" srcOrd="1" destOrd="0" presId="urn:microsoft.com/office/officeart/2005/8/layout/hList1"/>
    <dgm:cxn modelId="{D39AB1BA-34A9-400F-9119-7CC7CDE738C5}" type="presParOf" srcId="{34225E25-2FDD-4BDF-8C21-969A690BFAE9}" destId="{03E09DC0-4E3E-4349-A789-D9CF9C0D8299}" srcOrd="2" destOrd="0" presId="urn:microsoft.com/office/officeart/2005/8/layout/hList1"/>
    <dgm:cxn modelId="{594E6726-4C4A-4978-87DC-944C18940335}" type="presParOf" srcId="{03E09DC0-4E3E-4349-A789-D9CF9C0D8299}" destId="{3D4C653F-C8D8-4B48-B294-724B3ED912D6}" srcOrd="0" destOrd="0" presId="urn:microsoft.com/office/officeart/2005/8/layout/hList1"/>
    <dgm:cxn modelId="{C2426D31-C607-4F3E-9A6B-3F80BC3FD7B0}" type="presParOf" srcId="{03E09DC0-4E3E-4349-A789-D9CF9C0D8299}" destId="{4F9636D5-94AA-4161-AECC-A91556E38DBC}" srcOrd="1" destOrd="0" presId="urn:microsoft.com/office/officeart/2005/8/layout/hList1"/>
    <dgm:cxn modelId="{D0C6827A-B0AA-4A58-B331-D5C80D43EC53}" type="presParOf" srcId="{34225E25-2FDD-4BDF-8C21-969A690BFAE9}" destId="{80CA0233-42BB-445A-AB07-C1854C00BBD7}" srcOrd="3" destOrd="0" presId="urn:microsoft.com/office/officeart/2005/8/layout/hList1"/>
    <dgm:cxn modelId="{357650BD-D02D-45A6-B49E-BBE3564D52DF}" type="presParOf" srcId="{34225E25-2FDD-4BDF-8C21-969A690BFAE9}" destId="{AA2475B8-A4C5-430E-9A08-17695F3ADD94}" srcOrd="4" destOrd="0" presId="urn:microsoft.com/office/officeart/2005/8/layout/hList1"/>
    <dgm:cxn modelId="{F2120EBE-C4C3-4689-9B06-4BB11DF0D2E1}" type="presParOf" srcId="{AA2475B8-A4C5-430E-9A08-17695F3ADD94}" destId="{1240FD21-5540-4317-B6B5-150524A4304B}" srcOrd="0" destOrd="0" presId="urn:microsoft.com/office/officeart/2005/8/layout/hList1"/>
    <dgm:cxn modelId="{FCB887DE-D152-4C66-B5C2-81CFDF0A8F66}" type="presParOf" srcId="{AA2475B8-A4C5-430E-9A08-17695F3ADD94}" destId="{8673CB53-CA3F-4625-A009-44EB67E89A66}" srcOrd="1" destOrd="0" presId="urn:microsoft.com/office/officeart/2005/8/layout/hList1"/>
    <dgm:cxn modelId="{20E80295-4293-4EC8-9465-55A9999A2443}" type="presParOf" srcId="{34225E25-2FDD-4BDF-8C21-969A690BFAE9}" destId="{3237822C-BBD7-4851-838C-F0EACB726B5D}" srcOrd="5" destOrd="0" presId="urn:microsoft.com/office/officeart/2005/8/layout/hList1"/>
    <dgm:cxn modelId="{E422393A-C77F-4544-84E3-DD2D356C9AF4}" type="presParOf" srcId="{34225E25-2FDD-4BDF-8C21-969A690BFAE9}" destId="{A976BCD1-FB2E-449E-A061-5360A84BD19E}" srcOrd="6" destOrd="0" presId="urn:microsoft.com/office/officeart/2005/8/layout/hList1"/>
    <dgm:cxn modelId="{EDB603DD-4EF4-4FBE-83E0-797438412C9B}" type="presParOf" srcId="{A976BCD1-FB2E-449E-A061-5360A84BD19E}" destId="{4E0A888F-D368-4372-89F8-C8F279C6ACC8}" srcOrd="0" destOrd="0" presId="urn:microsoft.com/office/officeart/2005/8/layout/hList1"/>
    <dgm:cxn modelId="{14A04CB7-A027-461E-8F1A-D120C2F9FAB4}" type="presParOf" srcId="{A976BCD1-FB2E-449E-A061-5360A84BD19E}" destId="{8D5284A4-4336-43C8-959D-A15DE8B288C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5D1467-9652-4C5F-ACCA-1BA7B383121B}">
      <dsp:nvSpPr>
        <dsp:cNvPr id="0" name=""/>
        <dsp:cNvSpPr/>
      </dsp:nvSpPr>
      <dsp:spPr>
        <a:xfrm>
          <a:off x="1449" y="753492"/>
          <a:ext cx="1886860" cy="188686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C4DC0-0CF3-49B6-8C3E-F8E22929A74B}">
      <dsp:nvSpPr>
        <dsp:cNvPr id="0" name=""/>
        <dsp:cNvSpPr/>
      </dsp:nvSpPr>
      <dsp:spPr>
        <a:xfrm>
          <a:off x="308612" y="1885609"/>
          <a:ext cx="1886860" cy="1886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CRM 1.0 (2003)</a:t>
          </a:r>
          <a:endParaRPr lang="en-US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Sales &amp; service modules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Outlook integration</a:t>
          </a:r>
          <a:endParaRPr lang="en-US" sz="1200" kern="1200" dirty="0"/>
        </a:p>
      </dsp:txBody>
      <dsp:txXfrm>
        <a:off x="363876" y="1940873"/>
        <a:ext cx="1776332" cy="1776332"/>
      </dsp:txXfrm>
    </dsp:sp>
    <dsp:sp modelId="{29FFE8D8-A7C4-4995-B55E-B664101FDC44}">
      <dsp:nvSpPr>
        <dsp:cNvPr id="0" name=""/>
        <dsp:cNvSpPr/>
      </dsp:nvSpPr>
      <dsp:spPr>
        <a:xfrm>
          <a:off x="2251761" y="1470230"/>
          <a:ext cx="363451" cy="4533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2251761" y="1560907"/>
        <a:ext cx="254416" cy="272032"/>
      </dsp:txXfrm>
    </dsp:sp>
    <dsp:sp modelId="{D0CE161C-07A6-4602-BDEC-A33EF0062EE8}">
      <dsp:nvSpPr>
        <dsp:cNvPr id="0" name=""/>
        <dsp:cNvSpPr/>
      </dsp:nvSpPr>
      <dsp:spPr>
        <a:xfrm>
          <a:off x="2926741" y="753492"/>
          <a:ext cx="1886860" cy="188686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2DEAF-DB58-496D-A8D7-88955BD63066}">
      <dsp:nvSpPr>
        <dsp:cNvPr id="0" name=""/>
        <dsp:cNvSpPr/>
      </dsp:nvSpPr>
      <dsp:spPr>
        <a:xfrm>
          <a:off x="3233905" y="1885609"/>
          <a:ext cx="1886860" cy="1886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CRM 3.0 (2005)</a:t>
          </a:r>
          <a:endParaRPr lang="en-US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Custom entities (XRM)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Marketing module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SSRS reporting</a:t>
          </a:r>
          <a:endParaRPr lang="en-US" sz="1200" kern="1200" dirty="0"/>
        </a:p>
      </dsp:txBody>
      <dsp:txXfrm>
        <a:off x="3289169" y="1940873"/>
        <a:ext cx="1776332" cy="1776332"/>
      </dsp:txXfrm>
    </dsp:sp>
    <dsp:sp modelId="{D47558DF-BDCD-4E6C-B3F0-3F4B49138FAE}">
      <dsp:nvSpPr>
        <dsp:cNvPr id="0" name=""/>
        <dsp:cNvSpPr/>
      </dsp:nvSpPr>
      <dsp:spPr>
        <a:xfrm>
          <a:off x="5177053" y="1470230"/>
          <a:ext cx="363451" cy="4533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5177053" y="1560907"/>
        <a:ext cx="254416" cy="272032"/>
      </dsp:txXfrm>
    </dsp:sp>
    <dsp:sp modelId="{2C1FDE2A-6503-48C0-9C82-DA5077BBAB75}">
      <dsp:nvSpPr>
        <dsp:cNvPr id="0" name=""/>
        <dsp:cNvSpPr/>
      </dsp:nvSpPr>
      <dsp:spPr>
        <a:xfrm>
          <a:off x="5852034" y="753492"/>
          <a:ext cx="1886860" cy="188686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08433A-8959-474B-8AE4-078522A10406}">
      <dsp:nvSpPr>
        <dsp:cNvPr id="0" name=""/>
        <dsp:cNvSpPr/>
      </dsp:nvSpPr>
      <dsp:spPr>
        <a:xfrm>
          <a:off x="6159197" y="1885609"/>
          <a:ext cx="1886860" cy="1886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CRM 4.0 (2007)</a:t>
          </a:r>
          <a:endParaRPr lang="en-US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Multi-tenancy, multi-language, multi-currency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Windows Workflow Foundation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From callouts to plugins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Report Wizard</a:t>
          </a:r>
          <a:endParaRPr lang="en-US" sz="1200" kern="1200" dirty="0"/>
        </a:p>
      </dsp:txBody>
      <dsp:txXfrm>
        <a:off x="6214461" y="1940873"/>
        <a:ext cx="1776332" cy="1776332"/>
      </dsp:txXfrm>
    </dsp:sp>
    <dsp:sp modelId="{DCDDADA4-2EBF-4856-B93A-8DA1BA772C6A}">
      <dsp:nvSpPr>
        <dsp:cNvPr id="0" name=""/>
        <dsp:cNvSpPr/>
      </dsp:nvSpPr>
      <dsp:spPr>
        <a:xfrm>
          <a:off x="8102346" y="1470230"/>
          <a:ext cx="363451" cy="4533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8102346" y="1560907"/>
        <a:ext cx="254416" cy="272032"/>
      </dsp:txXfrm>
    </dsp:sp>
    <dsp:sp modelId="{82036DC1-081A-49D0-9587-B670F78E8B33}">
      <dsp:nvSpPr>
        <dsp:cNvPr id="0" name=""/>
        <dsp:cNvSpPr/>
      </dsp:nvSpPr>
      <dsp:spPr>
        <a:xfrm>
          <a:off x="8777326" y="753492"/>
          <a:ext cx="1886860" cy="188686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170A6-3013-4A8E-AC75-D4DCF1C4B62F}">
      <dsp:nvSpPr>
        <dsp:cNvPr id="0" name=""/>
        <dsp:cNvSpPr/>
      </dsp:nvSpPr>
      <dsp:spPr>
        <a:xfrm>
          <a:off x="9084490" y="1885609"/>
          <a:ext cx="1886860" cy="1886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CRM 2011</a:t>
          </a:r>
          <a:endParaRPr lang="en-US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Charts &amp; dashboards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The Ribbon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Solution model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Native Outlook app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Form subgrids, web resources, goal management, dialogs</a:t>
          </a:r>
          <a:endParaRPr lang="en-US" sz="1200" kern="1200" dirty="0"/>
        </a:p>
      </dsp:txBody>
      <dsp:txXfrm>
        <a:off x="9139754" y="1940873"/>
        <a:ext cx="1776332" cy="17763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8773B-81B9-4812-B65B-B18019607C7D}">
      <dsp:nvSpPr>
        <dsp:cNvPr id="0" name=""/>
        <dsp:cNvSpPr/>
      </dsp:nvSpPr>
      <dsp:spPr>
        <a:xfrm>
          <a:off x="4125" y="6861"/>
          <a:ext cx="2480667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Web</a:t>
          </a:r>
          <a:endParaRPr lang="en-US" sz="2400" kern="1200" dirty="0"/>
        </a:p>
      </dsp:txBody>
      <dsp:txXfrm>
        <a:off x="4125" y="6861"/>
        <a:ext cx="2480667" cy="691200"/>
      </dsp:txXfrm>
    </dsp:sp>
    <dsp:sp modelId="{458F78AE-EDF5-4055-B844-F79EA72C3A1E}">
      <dsp:nvSpPr>
        <dsp:cNvPr id="0" name=""/>
        <dsp:cNvSpPr/>
      </dsp:nvSpPr>
      <dsp:spPr>
        <a:xfrm>
          <a:off x="4125" y="698061"/>
          <a:ext cx="2480667" cy="38210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</dsp:txBody>
      <dsp:txXfrm>
        <a:off x="4125" y="698061"/>
        <a:ext cx="2480667" cy="3821040"/>
      </dsp:txXfrm>
    </dsp:sp>
    <dsp:sp modelId="{D93F5DA9-70A2-4480-A9DB-332176A8BF5D}">
      <dsp:nvSpPr>
        <dsp:cNvPr id="0" name=""/>
        <dsp:cNvSpPr/>
      </dsp:nvSpPr>
      <dsp:spPr>
        <a:xfrm>
          <a:off x="2832086" y="6861"/>
          <a:ext cx="2480667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Outlook</a:t>
          </a:r>
          <a:endParaRPr lang="en-US" sz="2400" kern="1200" dirty="0"/>
        </a:p>
      </dsp:txBody>
      <dsp:txXfrm>
        <a:off x="2832086" y="6861"/>
        <a:ext cx="2480667" cy="691200"/>
      </dsp:txXfrm>
    </dsp:sp>
    <dsp:sp modelId="{14F38197-1FD5-49C5-AD4D-D566553F2F88}">
      <dsp:nvSpPr>
        <dsp:cNvPr id="0" name=""/>
        <dsp:cNvSpPr/>
      </dsp:nvSpPr>
      <dsp:spPr>
        <a:xfrm>
          <a:off x="2832086" y="698061"/>
          <a:ext cx="2480667" cy="38210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</dsp:txBody>
      <dsp:txXfrm>
        <a:off x="2832086" y="698061"/>
        <a:ext cx="2480667" cy="3821040"/>
      </dsp:txXfrm>
    </dsp:sp>
    <dsp:sp modelId="{FB062E90-79B3-4887-B4BB-14D26A04D328}">
      <dsp:nvSpPr>
        <dsp:cNvPr id="0" name=""/>
        <dsp:cNvSpPr/>
      </dsp:nvSpPr>
      <dsp:spPr>
        <a:xfrm>
          <a:off x="5660046" y="6861"/>
          <a:ext cx="2480667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Tablet</a:t>
          </a:r>
          <a:endParaRPr lang="en-US" sz="2400" kern="1200" dirty="0"/>
        </a:p>
      </dsp:txBody>
      <dsp:txXfrm>
        <a:off x="5660046" y="6861"/>
        <a:ext cx="2480667" cy="691200"/>
      </dsp:txXfrm>
    </dsp:sp>
    <dsp:sp modelId="{0FA916CB-4736-4886-B30A-CF2AE2A23588}">
      <dsp:nvSpPr>
        <dsp:cNvPr id="0" name=""/>
        <dsp:cNvSpPr/>
      </dsp:nvSpPr>
      <dsp:spPr>
        <a:xfrm>
          <a:off x="5660046" y="698061"/>
          <a:ext cx="2480667" cy="38210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</dsp:txBody>
      <dsp:txXfrm>
        <a:off x="5660046" y="698061"/>
        <a:ext cx="2480667" cy="3821040"/>
      </dsp:txXfrm>
    </dsp:sp>
    <dsp:sp modelId="{11EE4AAF-298A-4AB6-8C23-B8FB6CD08BE5}">
      <dsp:nvSpPr>
        <dsp:cNvPr id="0" name=""/>
        <dsp:cNvSpPr/>
      </dsp:nvSpPr>
      <dsp:spPr>
        <a:xfrm>
          <a:off x="8488007" y="6861"/>
          <a:ext cx="2480667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Phone</a:t>
          </a:r>
          <a:endParaRPr lang="en-US" sz="2400" kern="1200" dirty="0"/>
        </a:p>
      </dsp:txBody>
      <dsp:txXfrm>
        <a:off x="8488007" y="6861"/>
        <a:ext cx="2480667" cy="691200"/>
      </dsp:txXfrm>
    </dsp:sp>
    <dsp:sp modelId="{EFB99AF2-925F-4584-9CDE-275F2EC3F9E0}">
      <dsp:nvSpPr>
        <dsp:cNvPr id="0" name=""/>
        <dsp:cNvSpPr/>
      </dsp:nvSpPr>
      <dsp:spPr>
        <a:xfrm>
          <a:off x="8488007" y="698061"/>
          <a:ext cx="2480667" cy="38210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</dsp:txBody>
      <dsp:txXfrm>
        <a:off x="8488007" y="698061"/>
        <a:ext cx="2480667" cy="3821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8773B-81B9-4812-B65B-B18019607C7D}">
      <dsp:nvSpPr>
        <dsp:cNvPr id="0" name=""/>
        <dsp:cNvSpPr/>
      </dsp:nvSpPr>
      <dsp:spPr>
        <a:xfrm>
          <a:off x="4125" y="46609"/>
          <a:ext cx="2480667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Web</a:t>
          </a:r>
          <a:endParaRPr lang="en-US" sz="2300" kern="1200" dirty="0"/>
        </a:p>
      </dsp:txBody>
      <dsp:txXfrm>
        <a:off x="4125" y="46609"/>
        <a:ext cx="2480667" cy="662400"/>
      </dsp:txXfrm>
    </dsp:sp>
    <dsp:sp modelId="{458F78AE-EDF5-4055-B844-F79EA72C3A1E}">
      <dsp:nvSpPr>
        <dsp:cNvPr id="0" name=""/>
        <dsp:cNvSpPr/>
      </dsp:nvSpPr>
      <dsp:spPr>
        <a:xfrm>
          <a:off x="4125" y="709009"/>
          <a:ext cx="2480667" cy="37703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Mostly single window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Sitemap as global </a:t>
          </a:r>
          <a:r>
            <a:rPr lang="en-US" sz="2300" kern="1200" dirty="0" err="1" smtClean="0"/>
            <a:t>Nav</a:t>
          </a:r>
          <a:r>
            <a:rPr lang="en-US" sz="2300" kern="1200" dirty="0" smtClean="0"/>
            <a:t> Bar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3 column form layout by default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No more Ribbon</a:t>
          </a:r>
          <a:endParaRPr lang="en-US" sz="2300" kern="1200" dirty="0"/>
        </a:p>
      </dsp:txBody>
      <dsp:txXfrm>
        <a:off x="4125" y="709009"/>
        <a:ext cx="2480667" cy="3770343"/>
      </dsp:txXfrm>
    </dsp:sp>
    <dsp:sp modelId="{D93F5DA9-70A2-4480-A9DB-332176A8BF5D}">
      <dsp:nvSpPr>
        <dsp:cNvPr id="0" name=""/>
        <dsp:cNvSpPr/>
      </dsp:nvSpPr>
      <dsp:spPr>
        <a:xfrm>
          <a:off x="2832086" y="46609"/>
          <a:ext cx="2480667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Outlook</a:t>
          </a:r>
          <a:endParaRPr lang="en-US" sz="2300" kern="1200" dirty="0"/>
        </a:p>
      </dsp:txBody>
      <dsp:txXfrm>
        <a:off x="2832086" y="46609"/>
        <a:ext cx="2480667" cy="662400"/>
      </dsp:txXfrm>
    </dsp:sp>
    <dsp:sp modelId="{14F38197-1FD5-49C5-AD4D-D566553F2F88}">
      <dsp:nvSpPr>
        <dsp:cNvPr id="0" name=""/>
        <dsp:cNvSpPr/>
      </dsp:nvSpPr>
      <dsp:spPr>
        <a:xfrm>
          <a:off x="2832086" y="709009"/>
          <a:ext cx="2480667" cy="37703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Sitemap shown as folders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Ribbon in main window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Popups for record details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Preview form as single column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No Global Quick Create</a:t>
          </a:r>
          <a:endParaRPr lang="en-US" sz="2300" kern="1200" dirty="0"/>
        </a:p>
      </dsp:txBody>
      <dsp:txXfrm>
        <a:off x="2832086" y="709009"/>
        <a:ext cx="2480667" cy="3770343"/>
      </dsp:txXfrm>
    </dsp:sp>
    <dsp:sp modelId="{FB062E90-79B3-4887-B4BB-14D26A04D328}">
      <dsp:nvSpPr>
        <dsp:cNvPr id="0" name=""/>
        <dsp:cNvSpPr/>
      </dsp:nvSpPr>
      <dsp:spPr>
        <a:xfrm>
          <a:off x="5660046" y="46609"/>
          <a:ext cx="2480667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Tablet</a:t>
          </a:r>
          <a:endParaRPr lang="en-US" sz="2300" kern="1200" dirty="0"/>
        </a:p>
      </dsp:txBody>
      <dsp:txXfrm>
        <a:off x="5660046" y="46609"/>
        <a:ext cx="2480667" cy="662400"/>
      </dsp:txXfrm>
    </dsp:sp>
    <dsp:sp modelId="{0FA916CB-4736-4886-B30A-CF2AE2A23588}">
      <dsp:nvSpPr>
        <dsp:cNvPr id="0" name=""/>
        <dsp:cNvSpPr/>
      </dsp:nvSpPr>
      <dsp:spPr>
        <a:xfrm>
          <a:off x="5660046" y="709009"/>
          <a:ext cx="2480667" cy="37703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Standard forms rendered for touch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One dashboard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Business Rules supported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Scripts supported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No HTML or </a:t>
          </a:r>
          <a:r>
            <a:rPr lang="en-US" sz="2300" kern="1200" dirty="0" err="1" smtClean="0"/>
            <a:t>iFrames</a:t>
          </a:r>
          <a:r>
            <a:rPr lang="en-US" sz="2300" kern="1200" dirty="0" smtClean="0"/>
            <a:t> support</a:t>
          </a:r>
          <a:endParaRPr lang="en-US" sz="2300" kern="1200" dirty="0"/>
        </a:p>
      </dsp:txBody>
      <dsp:txXfrm>
        <a:off x="5660046" y="709009"/>
        <a:ext cx="2480667" cy="3770343"/>
      </dsp:txXfrm>
    </dsp:sp>
    <dsp:sp modelId="{11EE4AAF-298A-4AB6-8C23-B8FB6CD08BE5}">
      <dsp:nvSpPr>
        <dsp:cNvPr id="0" name=""/>
        <dsp:cNvSpPr/>
      </dsp:nvSpPr>
      <dsp:spPr>
        <a:xfrm>
          <a:off x="8488007" y="46609"/>
          <a:ext cx="2480667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Phone</a:t>
          </a:r>
          <a:endParaRPr lang="en-US" sz="2300" kern="1200" dirty="0"/>
        </a:p>
      </dsp:txBody>
      <dsp:txXfrm>
        <a:off x="8488007" y="46609"/>
        <a:ext cx="2480667" cy="662400"/>
      </dsp:txXfrm>
    </dsp:sp>
    <dsp:sp modelId="{EFB99AF2-925F-4584-9CDE-275F2EC3F9E0}">
      <dsp:nvSpPr>
        <dsp:cNvPr id="0" name=""/>
        <dsp:cNvSpPr/>
      </dsp:nvSpPr>
      <dsp:spPr>
        <a:xfrm>
          <a:off x="8488007" y="709009"/>
          <a:ext cx="2480667" cy="37703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Separate Mobile forms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Business Rules not supported</a:t>
          </a:r>
          <a:endParaRPr lang="en-US" sz="2300" kern="1200" dirty="0"/>
        </a:p>
      </dsp:txBody>
      <dsp:txXfrm>
        <a:off x="8488007" y="709009"/>
        <a:ext cx="2480667" cy="37703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3B10A-2212-4728-AAE4-B34364809D75}">
      <dsp:nvSpPr>
        <dsp:cNvPr id="0" name=""/>
        <dsp:cNvSpPr/>
      </dsp:nvSpPr>
      <dsp:spPr>
        <a:xfrm>
          <a:off x="1568334" y="0"/>
          <a:ext cx="7836131" cy="489758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41E8C7-1711-41AC-B47C-6E09417F2540}">
      <dsp:nvSpPr>
        <dsp:cNvPr id="0" name=""/>
        <dsp:cNvSpPr/>
      </dsp:nvSpPr>
      <dsp:spPr>
        <a:xfrm>
          <a:off x="2563523" y="3380311"/>
          <a:ext cx="203739" cy="2037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2F299-FC99-4EB9-95A0-4FC3233F87DF}">
      <dsp:nvSpPr>
        <dsp:cNvPr id="0" name=""/>
        <dsp:cNvSpPr/>
      </dsp:nvSpPr>
      <dsp:spPr>
        <a:xfrm>
          <a:off x="2665392" y="3482180"/>
          <a:ext cx="1825818" cy="141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7" tIns="0" rIns="0" bIns="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Data model</a:t>
          </a:r>
          <a:endParaRPr lang="en-US" sz="2500" kern="1200" dirty="0"/>
        </a:p>
      </dsp:txBody>
      <dsp:txXfrm>
        <a:off x="2665392" y="3482180"/>
        <a:ext cx="1825818" cy="1415401"/>
      </dsp:txXfrm>
    </dsp:sp>
    <dsp:sp modelId="{3EA45BEE-1AA4-4751-A692-99B3C1B60D34}">
      <dsp:nvSpPr>
        <dsp:cNvPr id="0" name=""/>
        <dsp:cNvSpPr/>
      </dsp:nvSpPr>
      <dsp:spPr>
        <a:xfrm>
          <a:off x="4361915" y="2049148"/>
          <a:ext cx="368298" cy="368298"/>
        </a:xfrm>
        <a:prstGeom prst="ellipse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D2CC50-709F-48AC-A9EB-16C1C439BBFD}">
      <dsp:nvSpPr>
        <dsp:cNvPr id="0" name=""/>
        <dsp:cNvSpPr/>
      </dsp:nvSpPr>
      <dsp:spPr>
        <a:xfrm>
          <a:off x="4546064" y="2233297"/>
          <a:ext cx="1880671" cy="2664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154" tIns="0" rIns="0" bIns="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Data presentation</a:t>
          </a:r>
          <a:endParaRPr lang="en-US" sz="2500" kern="1200" dirty="0"/>
        </a:p>
      </dsp:txBody>
      <dsp:txXfrm>
        <a:off x="4546064" y="2233297"/>
        <a:ext cx="1880671" cy="2664284"/>
      </dsp:txXfrm>
    </dsp:sp>
    <dsp:sp modelId="{C9018650-3A3D-40A1-B455-F227D42B9D11}">
      <dsp:nvSpPr>
        <dsp:cNvPr id="0" name=""/>
        <dsp:cNvSpPr/>
      </dsp:nvSpPr>
      <dsp:spPr>
        <a:xfrm>
          <a:off x="6524687" y="1239088"/>
          <a:ext cx="509348" cy="509348"/>
        </a:xfrm>
        <a:prstGeom prst="ellipse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925D8-2810-451F-A594-7ECF21328726}">
      <dsp:nvSpPr>
        <dsp:cNvPr id="0" name=""/>
        <dsp:cNvSpPr/>
      </dsp:nvSpPr>
      <dsp:spPr>
        <a:xfrm>
          <a:off x="6779361" y="1493762"/>
          <a:ext cx="1880671" cy="3403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893" tIns="0" rIns="0" bIns="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User interaction</a:t>
          </a:r>
          <a:endParaRPr lang="en-US" sz="2500" kern="1200" dirty="0"/>
        </a:p>
      </dsp:txBody>
      <dsp:txXfrm>
        <a:off x="6779361" y="1493762"/>
        <a:ext cx="1880671" cy="34038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A3F39-F5FA-4BFD-A518-176781858339}">
      <dsp:nvSpPr>
        <dsp:cNvPr id="0" name=""/>
        <dsp:cNvSpPr/>
      </dsp:nvSpPr>
      <dsp:spPr>
        <a:xfrm>
          <a:off x="261" y="0"/>
          <a:ext cx="849466" cy="84946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0E598-E9F1-47FC-80C9-EDA5C176DBA5}">
      <dsp:nvSpPr>
        <dsp:cNvPr id="0" name=""/>
        <dsp:cNvSpPr/>
      </dsp:nvSpPr>
      <dsp:spPr>
        <a:xfrm>
          <a:off x="85207" y="84946"/>
          <a:ext cx="679573" cy="679573"/>
        </a:xfrm>
        <a:prstGeom prst="chord">
          <a:avLst>
            <a:gd name="adj1" fmla="val 1168272"/>
            <a:gd name="adj2" fmla="val 963172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2115C-C36C-4EC8-92E7-84D89FA7CB1B}">
      <dsp:nvSpPr>
        <dsp:cNvPr id="0" name=""/>
        <dsp:cNvSpPr/>
      </dsp:nvSpPr>
      <dsp:spPr>
        <a:xfrm>
          <a:off x="1026699" y="849466"/>
          <a:ext cx="2513005" cy="3574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66040" rIns="66040" bIns="6604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Workflows</a:t>
          </a:r>
          <a:endParaRPr lang="en-US" sz="2600" kern="1200" dirty="0"/>
        </a:p>
      </dsp:txBody>
      <dsp:txXfrm>
        <a:off x="1026699" y="849466"/>
        <a:ext cx="2513005" cy="3574838"/>
      </dsp:txXfrm>
    </dsp:sp>
    <dsp:sp modelId="{A6C111A0-0F42-433F-883D-A998045C207D}">
      <dsp:nvSpPr>
        <dsp:cNvPr id="0" name=""/>
        <dsp:cNvSpPr/>
      </dsp:nvSpPr>
      <dsp:spPr>
        <a:xfrm>
          <a:off x="1026699" y="0"/>
          <a:ext cx="2513005" cy="849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220" tIns="109220" rIns="109220" bIns="109220" numCol="1" spcCol="1270" anchor="b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smtClean="0"/>
            <a:t>CRM 4.0</a:t>
          </a:r>
          <a:endParaRPr lang="en-US" sz="4300" kern="1200" dirty="0"/>
        </a:p>
      </dsp:txBody>
      <dsp:txXfrm>
        <a:off x="1026699" y="0"/>
        <a:ext cx="2513005" cy="849466"/>
      </dsp:txXfrm>
    </dsp:sp>
    <dsp:sp modelId="{F70C790A-25C2-4654-90F6-F45B51C62954}">
      <dsp:nvSpPr>
        <dsp:cNvPr id="0" name=""/>
        <dsp:cNvSpPr/>
      </dsp:nvSpPr>
      <dsp:spPr>
        <a:xfrm>
          <a:off x="3716677" y="0"/>
          <a:ext cx="849466" cy="84946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78C91D-CDBF-48CC-910E-E0CC53846A86}">
      <dsp:nvSpPr>
        <dsp:cNvPr id="0" name=""/>
        <dsp:cNvSpPr/>
      </dsp:nvSpPr>
      <dsp:spPr>
        <a:xfrm>
          <a:off x="3801624" y="84946"/>
          <a:ext cx="679573" cy="679573"/>
        </a:xfrm>
        <a:prstGeom prst="chord">
          <a:avLst>
            <a:gd name="adj1" fmla="val 20431728"/>
            <a:gd name="adj2" fmla="val 1196827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FD52F-42B9-4968-82D4-D4D350BD5B76}">
      <dsp:nvSpPr>
        <dsp:cNvPr id="0" name=""/>
        <dsp:cNvSpPr/>
      </dsp:nvSpPr>
      <dsp:spPr>
        <a:xfrm>
          <a:off x="4743116" y="849466"/>
          <a:ext cx="2513005" cy="3574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66040" rIns="66040" bIns="6604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Workflows</a:t>
          </a:r>
          <a:endParaRPr lang="en-US" sz="2600" kern="1200" dirty="0"/>
        </a:p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Dialogs</a:t>
          </a:r>
          <a:endParaRPr lang="en-US" sz="2600" kern="1200" dirty="0"/>
        </a:p>
      </dsp:txBody>
      <dsp:txXfrm>
        <a:off x="4743116" y="849466"/>
        <a:ext cx="2513005" cy="3574838"/>
      </dsp:txXfrm>
    </dsp:sp>
    <dsp:sp modelId="{90E2D748-2EBB-4E95-A3DA-CF09C6DFF9E6}">
      <dsp:nvSpPr>
        <dsp:cNvPr id="0" name=""/>
        <dsp:cNvSpPr/>
      </dsp:nvSpPr>
      <dsp:spPr>
        <a:xfrm>
          <a:off x="4743116" y="0"/>
          <a:ext cx="2513005" cy="849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220" tIns="109220" rIns="109220" bIns="109220" numCol="1" spcCol="1270" anchor="b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smtClean="0"/>
            <a:t>CRM 2011</a:t>
          </a:r>
          <a:endParaRPr lang="en-US" sz="4300" kern="1200" dirty="0"/>
        </a:p>
      </dsp:txBody>
      <dsp:txXfrm>
        <a:off x="4743116" y="0"/>
        <a:ext cx="2513005" cy="849466"/>
      </dsp:txXfrm>
    </dsp:sp>
    <dsp:sp modelId="{C927C32C-5A1B-4E6D-B0DF-C730106F186E}">
      <dsp:nvSpPr>
        <dsp:cNvPr id="0" name=""/>
        <dsp:cNvSpPr/>
      </dsp:nvSpPr>
      <dsp:spPr>
        <a:xfrm>
          <a:off x="7433094" y="0"/>
          <a:ext cx="849466" cy="84946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DDBF6C-7548-4B8C-9EE3-573E0C915CF0}">
      <dsp:nvSpPr>
        <dsp:cNvPr id="0" name=""/>
        <dsp:cNvSpPr/>
      </dsp:nvSpPr>
      <dsp:spPr>
        <a:xfrm>
          <a:off x="7518041" y="84946"/>
          <a:ext cx="679573" cy="679573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65680-5487-4732-B525-B8485EDA7575}">
      <dsp:nvSpPr>
        <dsp:cNvPr id="0" name=""/>
        <dsp:cNvSpPr/>
      </dsp:nvSpPr>
      <dsp:spPr>
        <a:xfrm>
          <a:off x="8459533" y="849466"/>
          <a:ext cx="2513005" cy="3574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66040" rIns="66040" bIns="6604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Workflows</a:t>
          </a:r>
          <a:endParaRPr lang="en-US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Asynchronous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Real-time</a:t>
          </a:r>
          <a:endParaRPr lang="en-US" sz="2000" kern="1200" dirty="0"/>
        </a:p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Dialogs</a:t>
          </a:r>
          <a:endParaRPr lang="en-US" sz="2600" kern="1200" dirty="0"/>
        </a:p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Business Process Flows</a:t>
          </a:r>
          <a:endParaRPr lang="en-US" sz="2600" kern="1200" dirty="0"/>
        </a:p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Business Rules</a:t>
          </a:r>
          <a:endParaRPr lang="en-US" sz="2600" kern="1200" dirty="0"/>
        </a:p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Actions</a:t>
          </a:r>
          <a:endParaRPr lang="en-US" sz="2600" kern="1200" dirty="0"/>
        </a:p>
      </dsp:txBody>
      <dsp:txXfrm>
        <a:off x="8459533" y="849466"/>
        <a:ext cx="2513005" cy="3574838"/>
      </dsp:txXfrm>
    </dsp:sp>
    <dsp:sp modelId="{29F2E7E9-6C75-4430-91F0-EFB304F79524}">
      <dsp:nvSpPr>
        <dsp:cNvPr id="0" name=""/>
        <dsp:cNvSpPr/>
      </dsp:nvSpPr>
      <dsp:spPr>
        <a:xfrm>
          <a:off x="8459533" y="0"/>
          <a:ext cx="2513005" cy="849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220" tIns="109220" rIns="109220" bIns="109220" numCol="1" spcCol="1270" anchor="b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smtClean="0"/>
            <a:t>CRM 2013</a:t>
          </a:r>
          <a:endParaRPr lang="en-US" sz="4300" kern="1200" dirty="0"/>
        </a:p>
      </dsp:txBody>
      <dsp:txXfrm>
        <a:off x="8459533" y="0"/>
        <a:ext cx="2513005" cy="8494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8C108-6E18-4A20-A365-E113422135D1}">
      <dsp:nvSpPr>
        <dsp:cNvPr id="0" name=""/>
        <dsp:cNvSpPr/>
      </dsp:nvSpPr>
      <dsp:spPr>
        <a:xfrm>
          <a:off x="7" y="85996"/>
          <a:ext cx="2480667" cy="7723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Business Rule</a:t>
          </a:r>
          <a:endParaRPr lang="en-US" sz="20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sp:txBody>
      <dsp:txXfrm>
        <a:off x="7" y="85996"/>
        <a:ext cx="2480667" cy="772350"/>
      </dsp:txXfrm>
    </dsp:sp>
    <dsp:sp modelId="{CDB35A63-E966-49A9-A379-F966855C7807}">
      <dsp:nvSpPr>
        <dsp:cNvPr id="0" name=""/>
        <dsp:cNvSpPr/>
      </dsp:nvSpPr>
      <dsp:spPr>
        <a:xfrm>
          <a:off x="4125" y="875886"/>
          <a:ext cx="2480667" cy="354654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Executes before save event (form onLoad and field onChange)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Applied to data updates through UI only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For working with a single record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Cannot access data from related records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manipulate data and UI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sp:txBody>
      <dsp:txXfrm>
        <a:off x="4125" y="875886"/>
        <a:ext cx="2480667" cy="3546540"/>
      </dsp:txXfrm>
    </dsp:sp>
    <dsp:sp modelId="{3D4C653F-C8D8-4B48-B294-724B3ED912D6}">
      <dsp:nvSpPr>
        <dsp:cNvPr id="0" name=""/>
        <dsp:cNvSpPr/>
      </dsp:nvSpPr>
      <dsp:spPr>
        <a:xfrm>
          <a:off x="2832086" y="103536"/>
          <a:ext cx="2480667" cy="7723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Real-Time Workflow</a:t>
          </a:r>
          <a:endParaRPr lang="en-US" sz="20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832086" y="103536"/>
        <a:ext cx="2480667" cy="772350"/>
      </dsp:txXfrm>
    </dsp:sp>
    <dsp:sp modelId="{4F9636D5-94AA-4161-AECC-A91556E38DBC}">
      <dsp:nvSpPr>
        <dsp:cNvPr id="0" name=""/>
        <dsp:cNvSpPr/>
      </dsp:nvSpPr>
      <dsp:spPr>
        <a:xfrm>
          <a:off x="2832086" y="875886"/>
          <a:ext cx="2480667" cy="354654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Executes on save event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Applied to data updates through UI and API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For working with single or multiple records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access data from parental records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manipulate data only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832086" y="875886"/>
        <a:ext cx="2480667" cy="3546540"/>
      </dsp:txXfrm>
    </dsp:sp>
    <dsp:sp modelId="{1240FD21-5540-4317-B6B5-150524A4304B}">
      <dsp:nvSpPr>
        <dsp:cNvPr id="0" name=""/>
        <dsp:cNvSpPr/>
      </dsp:nvSpPr>
      <dsp:spPr>
        <a:xfrm>
          <a:off x="5660046" y="103536"/>
          <a:ext cx="2480667" cy="7723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Asynchronous Workflow</a:t>
          </a:r>
          <a:endParaRPr lang="en-US" sz="20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sp:txBody>
      <dsp:txXfrm>
        <a:off x="5660046" y="103536"/>
        <a:ext cx="2480667" cy="772350"/>
      </dsp:txXfrm>
    </dsp:sp>
    <dsp:sp modelId="{8673CB53-CA3F-4625-A009-44EB67E89A66}">
      <dsp:nvSpPr>
        <dsp:cNvPr id="0" name=""/>
        <dsp:cNvSpPr/>
      </dsp:nvSpPr>
      <dsp:spPr>
        <a:xfrm>
          <a:off x="5660046" y="875886"/>
          <a:ext cx="2480667" cy="354654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Executes after save event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Applied to data updates through UI and API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For working with single or multiple records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access data from parental records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manipulate data only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sp:txBody>
      <dsp:txXfrm>
        <a:off x="5660046" y="875886"/>
        <a:ext cx="2480667" cy="3546540"/>
      </dsp:txXfrm>
    </dsp:sp>
    <dsp:sp modelId="{4E0A888F-D368-4372-89F8-C8F279C6ACC8}">
      <dsp:nvSpPr>
        <dsp:cNvPr id="0" name=""/>
        <dsp:cNvSpPr/>
      </dsp:nvSpPr>
      <dsp:spPr>
        <a:xfrm>
          <a:off x="8488007" y="103536"/>
          <a:ext cx="2480667" cy="7723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Dialog</a:t>
          </a:r>
          <a:endParaRPr lang="en-US" sz="20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sp:txBody>
      <dsp:txXfrm>
        <a:off x="8488007" y="103536"/>
        <a:ext cx="2480667" cy="772350"/>
      </dsp:txXfrm>
    </dsp:sp>
    <dsp:sp modelId="{8D5284A4-4336-43C8-959D-A15DE8B288C1}">
      <dsp:nvSpPr>
        <dsp:cNvPr id="0" name=""/>
        <dsp:cNvSpPr/>
      </dsp:nvSpPr>
      <dsp:spPr>
        <a:xfrm>
          <a:off x="8488007" y="875886"/>
          <a:ext cx="2480667" cy="354654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Executes on user demand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Not applied on any data updates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For working with a single record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access data from parental records and query data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rPr>
            <a:t>Can manipulate data only</a:t>
          </a:r>
          <a:endParaRPr lang="en-US" sz="1700" kern="1200" noProof="0" dirty="0">
            <a:latin typeface="Segoe UI" panose="020B0502040204020203" pitchFamily="34" charset="0"/>
            <a:ea typeface="Segoe UI" panose="020B0502040204020203" pitchFamily="34" charset="0"/>
            <a:cs typeface="Segoe UI" panose="020B0502040204020203" pitchFamily="34" charset="0"/>
          </a:endParaRPr>
        </a:p>
      </dsp:txBody>
      <dsp:txXfrm>
        <a:off x="8488007" y="875886"/>
        <a:ext cx="2480667" cy="3546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8730A-6873-48F3-9BA2-1FA96E96F254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38A20-8DD1-4D9A-BAA4-938C794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8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943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96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7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9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47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31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84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78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788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86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44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94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46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225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44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10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37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3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552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485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050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046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400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286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691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538A20-8DD1-4D9A-BAA4-938C794FFEA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2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963084" y="1772817"/>
            <a:ext cx="103632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963084" y="3501009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27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828800" y="3645024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75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05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55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4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50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9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26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76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6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72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25791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750763" cy="1143000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145969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067122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850433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837747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31287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6952268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36108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3793838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609697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8663128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kautettu asette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5470904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3332806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9716641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8999164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8541126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8961711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2472448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7694848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1479677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2052705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8912445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40234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480432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3437050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5561316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5375915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801236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38817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260452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0437022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6771219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75401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66009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0B6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uva 7" descr="cloud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336715" y="4778078"/>
            <a:ext cx="3606800" cy="1819275"/>
          </a:xfrm>
          <a:prstGeom prst="rect">
            <a:avLst/>
          </a:prstGeom>
        </p:spPr>
      </p:pic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86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6AAA2-47DA-4341-BDBA-FB8C899751C9}" type="datetimeFigureOut">
              <a:rPr lang="en-US" smtClean="0"/>
              <a:t>5/28/2014</a:t>
            </a:fld>
            <a:endParaRPr lang="en-US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79F64-466A-4F1F-9B38-6F99DC0FC17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Kuva 6" descr="city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5376624"/>
            <a:ext cx="12192000" cy="1508760"/>
          </a:xfrm>
          <a:prstGeom prst="rect">
            <a:avLst/>
          </a:prstGeom>
        </p:spPr>
      </p:pic>
      <p:pic>
        <p:nvPicPr>
          <p:cNvPr id="9" name="Kuva 8" descr="logo_bc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5423925" y="-323225"/>
            <a:ext cx="7583488" cy="389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05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0B6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EE37C-AC12-4BDA-B7AE-D0C3DB4B341E}" type="datetimeFigureOut">
              <a:rPr lang="fi-FI" smtClean="0"/>
              <a:pPr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  <p:pic>
        <p:nvPicPr>
          <p:cNvPr id="7" name="Kuva 6" descr="logo_bc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728181" y="-243408"/>
            <a:ext cx="5087211" cy="26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9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0387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  <p:pic>
        <p:nvPicPr>
          <p:cNvPr id="8" name="Kuva 7" descr="logo_bc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728181" y="-243408"/>
            <a:ext cx="5087211" cy="2613705"/>
          </a:xfrm>
          <a:prstGeom prst="rect">
            <a:avLst/>
          </a:prstGeom>
        </p:spPr>
      </p:pic>
      <p:pic>
        <p:nvPicPr>
          <p:cNvPr id="9" name="Kuva 8" descr="city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5376624"/>
            <a:ext cx="1219200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6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orakulmio 9"/>
          <p:cNvSpPr/>
          <p:nvPr/>
        </p:nvSpPr>
        <p:spPr>
          <a:xfrm>
            <a:off x="0" y="0"/>
            <a:ext cx="12192000" cy="1196752"/>
          </a:xfrm>
          <a:prstGeom prst="rect">
            <a:avLst/>
          </a:prstGeom>
          <a:solidFill>
            <a:srgbClr val="52C2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800" dirty="0"/>
          </a:p>
        </p:txBody>
      </p:sp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1761728" y="44624"/>
            <a:ext cx="798267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28542-833B-490F-A2E7-8CA93ACE653C}" type="datetimeFigureOut">
              <a:rPr lang="fi-FI" smtClean="0"/>
              <a:t>28.5.2014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  <p:pic>
        <p:nvPicPr>
          <p:cNvPr id="8" name="Kuva 7" descr="logo_bc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728181" y="-243408"/>
            <a:ext cx="5087211" cy="2613705"/>
          </a:xfrm>
          <a:prstGeom prst="rect">
            <a:avLst/>
          </a:prstGeom>
        </p:spPr>
      </p:pic>
      <p:sp>
        <p:nvSpPr>
          <p:cNvPr id="11" name="Suorakulmio 10"/>
          <p:cNvSpPr/>
          <p:nvPr/>
        </p:nvSpPr>
        <p:spPr>
          <a:xfrm>
            <a:off x="0" y="6696744"/>
            <a:ext cx="12192000" cy="18864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800" dirty="0"/>
          </a:p>
        </p:txBody>
      </p:sp>
      <p:pic>
        <p:nvPicPr>
          <p:cNvPr id="12" name="Kuva 11" descr="cloud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116632"/>
            <a:ext cx="2208245" cy="111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9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niiranen.eu/cr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4.jpg"/><Relationship Id="rId4" Type="http://schemas.openxmlformats.org/officeDocument/2006/relationships/hyperlink" Target="https://twitter.com/jukkan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crmgoals.com/" TargetMode="External"/><Relationship Id="rId7" Type="http://schemas.microsoft.com/office/2007/relationships/hdphoto" Target="../media/hdphoto1.wdp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7.png"/><Relationship Id="rId11" Type="http://schemas.microsoft.com/office/2007/relationships/hdphoto" Target="../media/hdphoto3.wdp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30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29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mfieldguide.com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://niiranen.eu/crm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Dynamics CRM 2013 Customization and The Platform Evolution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Jukka Niiranen (@jukkan)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52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History of Microsoft’s CRM platform</a:t>
            </a:r>
          </a:p>
          <a:p>
            <a:pPr lvl="1"/>
            <a:r>
              <a:rPr lang="en-US" dirty="0" smtClean="0"/>
              <a:t>CRM 2013 – the start of the next chapter?</a:t>
            </a:r>
          </a:p>
          <a:p>
            <a:r>
              <a:rPr lang="en-US" dirty="0" smtClean="0"/>
              <a:t>Effects of mobile computing</a:t>
            </a:r>
          </a:p>
          <a:p>
            <a:pPr lvl="1"/>
            <a:r>
              <a:rPr lang="en-US" dirty="0" smtClean="0"/>
              <a:t>One app – many, many clients</a:t>
            </a:r>
          </a:p>
          <a:p>
            <a:r>
              <a:rPr lang="en-US" dirty="0" smtClean="0"/>
              <a:t>Customizing CRM today</a:t>
            </a:r>
          </a:p>
          <a:p>
            <a:pPr lvl="1"/>
            <a:r>
              <a:rPr lang="en-US" dirty="0" smtClean="0"/>
              <a:t>Design more than just the data model</a:t>
            </a:r>
          </a:p>
          <a:p>
            <a:r>
              <a:rPr lang="en-US" dirty="0" smtClean="0"/>
              <a:t>Delivering responsive solutions</a:t>
            </a:r>
          </a:p>
          <a:p>
            <a:pPr lvl="1"/>
            <a:r>
              <a:rPr lang="en-US" dirty="0" smtClean="0"/>
              <a:t>…with no code!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30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835342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Dynamics CRM consultant from Helsinki, Finland</a:t>
            </a:r>
          </a:p>
          <a:p>
            <a:r>
              <a:rPr lang="en-US" dirty="0" smtClean="0"/>
              <a:t>Worked with the platform since 2005</a:t>
            </a:r>
          </a:p>
          <a:p>
            <a:r>
              <a:rPr lang="en-US" dirty="0" smtClean="0"/>
              <a:t>Frequent blogger &amp; #MSDYNCRM evangelist on social media</a:t>
            </a:r>
          </a:p>
          <a:p>
            <a:pPr lvl="1"/>
            <a:r>
              <a:rPr lang="en-US" dirty="0" smtClean="0"/>
              <a:t>Blog: Surviving CRM at </a:t>
            </a:r>
            <a:r>
              <a:rPr lang="en-US" dirty="0" smtClean="0">
                <a:hlinkClick r:id="rId3"/>
              </a:rPr>
              <a:t>niiranen.eu/</a:t>
            </a:r>
            <a:r>
              <a:rPr lang="en-US" dirty="0" err="1" smtClean="0">
                <a:hlinkClick r:id="rId3"/>
              </a:rPr>
              <a:t>crm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lvl="1"/>
            <a:r>
              <a:rPr lang="en-US" dirty="0" smtClean="0">
                <a:hlinkClick r:id="rId4"/>
              </a:rPr>
              <a:t>@jukkan</a:t>
            </a:r>
            <a:r>
              <a:rPr lang="en-US" dirty="0" smtClean="0"/>
              <a:t> on Twitter (&amp; many other networks…)</a:t>
            </a:r>
          </a:p>
          <a:p>
            <a:r>
              <a:rPr lang="en-US" dirty="0" smtClean="0"/>
              <a:t>Awarded as Microsoft MVP last year</a:t>
            </a:r>
          </a:p>
          <a:p>
            <a:r>
              <a:rPr lang="en-US" dirty="0" smtClean="0"/>
              <a:t>Focused on improving CRM solution usability &amp; information work efficiency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385" y="2268638"/>
            <a:ext cx="2230296" cy="223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3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Digital Illustrated</a:t>
            </a:r>
            <a:endParaRPr lang="en-US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609600" y="1600201"/>
            <a:ext cx="8447903" cy="4174353"/>
          </a:xfrm>
        </p:spPr>
        <p:txBody>
          <a:bodyPr>
            <a:noAutofit/>
          </a:bodyPr>
          <a:lstStyle/>
          <a:p>
            <a:r>
              <a:rPr lang="en-US" sz="2400" dirty="0"/>
              <a:t>Digital Illustrated is an agile technology agency that creates business value with Microsoft technologies.</a:t>
            </a:r>
          </a:p>
          <a:p>
            <a:r>
              <a:rPr lang="en-US" sz="2400" dirty="0" smtClean="0"/>
              <a:t>We </a:t>
            </a:r>
            <a:r>
              <a:rPr lang="en-US" sz="2400" dirty="0"/>
              <a:t>focus on solutions that improve customer experience, social collaboration and business agility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Designing and implementing consumer-grade enterprise solutions built on platforms like SharePoint, Dynamics CRM, Yammer, Azure</a:t>
            </a:r>
            <a:endParaRPr lang="en-US" sz="2400" dirty="0"/>
          </a:p>
          <a:p>
            <a:r>
              <a:rPr lang="en-US" sz="2400" dirty="0"/>
              <a:t>Founded in 2011, growing fast, and owned by the </a:t>
            </a:r>
            <a:r>
              <a:rPr lang="en-US" sz="2400" dirty="0" smtClean="0"/>
              <a:t>employees</a:t>
            </a:r>
          </a:p>
          <a:p>
            <a:r>
              <a:rPr lang="en-US" sz="2400" b="1" i="1" dirty="0" smtClean="0"/>
              <a:t>THIS JUST IN! </a:t>
            </a:r>
            <a:r>
              <a:rPr lang="en-US" sz="2400" i="1" dirty="0" smtClean="0"/>
              <a:t>Download a free CRM Online goal visualization app for your Windows Phone 8 </a:t>
            </a:r>
            <a:r>
              <a:rPr lang="en-US" sz="2400" i="1" dirty="0"/>
              <a:t>device from </a:t>
            </a:r>
            <a:r>
              <a:rPr lang="en-US" sz="2400" i="1" dirty="0" smtClean="0">
                <a:hlinkClick r:id="rId3"/>
              </a:rPr>
              <a:t>crmgoals.com</a:t>
            </a:r>
            <a:r>
              <a:rPr lang="en-US" sz="2400" i="1" dirty="0" smtClean="0"/>
              <a:t>!</a:t>
            </a:r>
            <a:endParaRPr lang="en-US" sz="2400" i="1" dirty="0"/>
          </a:p>
        </p:txBody>
      </p:sp>
      <p:sp>
        <p:nvSpPr>
          <p:cNvPr id="5" name="AutoShape 2" descr="data:image/jpeg;base64,/9j/4AAQSkZJRgABAQAAAQABAAD/2wCEAAkGBhANEA8QDhQVEBAPDRUPEA8QEhIQEA8PGhEWFRUQEhQXHCYeGBkjGRIUKy8gIycpLCwsFR8xNTAqNSYrLCkBCQoKDgwOFA8PFCkYFBgpKSkpKSkpKSkpKSkpKSkpKSkpKSkpKSkpKSkpKSkpKSkpKSkpKSkpKSkpKSkpKSkpKf/AABEIAKgBLAMBIgACEQEDEQH/xAAcAAEAAgMBAQEAAAAAAAAAAAAABwgBBQYEAwL/xABOEAABAwICBQUIDQoGAwEAAAABAAIDBBEFEgYHEyExFEFRYYEVIjJUcZGT0ggXIzM0QlJyc3SCobIWJCY1RGJlkqSzQ1N1orTRscLDGP/EABUBAQEAAAAAAAAAAAAAAAAAAAAB/8QAFhEBAQEAAAAAAAAAAAAAAAAAABEB/9oADAMBAAIRAxEAPwCcUREBERAREQEREBERAREQEREBERAREQEREBERAREQEREBERAREQEREBERAREQEREBERAREQEREBERAREQEREBERAREQEREBERAREQEREBERAREQEREBERAREQEREBERAREQEREBERAREQEREBERAREQEREBERAREQEREBERAREQEREBERAREQEREBERAREQEREBFi6XQZRLrF0GUWLrN0BEWLoMoiICLF0ugyiIgIixdBlFi6zdARYul0GUS6ICLF1lAREQEWLrKAixdLoMol1i6DKLF0ugyiIg4vWPrDZg8TWxgSVcwJijd4LG8DLIBvtfgOc+QqEJMXxbGZS0PqKp537KIu2bR8xlmtHlXx05xx1fiFXO43btnRxjohYSxgHYL9pVg9XmjceHYfTsY0CSWJs077d8+VzQ43PQL2HUEVBo1ZY0f2aX0kXrr6Qas8ZD2E00lg8E+6xcL/AD1ZRLIVC/sgXkSYfYke5z8Db40aj7A9FMQxFjpKOJ8zGPyOc17W2dYG3fOHMQpA9kJ75h/0c/4olt9QPwKq+u//ABYgjr2sca8Wk9LF661lR3SweUNeZ6OXwmjO5ocL8RY5XjzhWqUca9aWN2GtkcBtI6uPZnn764c0HoI3/ZCFezVbrAOLxPjqLCrpwC8tAaJoybCUDmNxYgbuB57CJpNFcS5eX8mqcndAvzbKXLk29817cLL2akZHDFmBvB1NKHfNsDv7Q1bZ+ufEhWGDLT5BWbG+yfmybXJx2nGyDudaOn5wiBjILGqqL7PMLtiYPClI595AA6fJYwhFLimMyuDXVFZJ4TgHPc1o6SLhrB5l1GvbP3TjzXy8ijydFtpJe3bddVqFxCn5LPAHNFTykyOYSA98ZY0NI5yAQ7ydqCPvaxxrxaT0sXrp7WONeLSeli9dWWRCos1OaKV2HzVbq2J0TZIY2sLnsdch7iQMrj0rodY+sFmDRNawCSqmB2UZ8FreBlktvy34DnPauyVWdPccdX4jVzE3aJnRR9AiYS1oHmJ+0UH0lxnFsZlLQ+oqXnfsoswY0fMZZrR1lesassaP7NL6SL11N+rjRuPD8Pp2taBJNE2ad9u+fI5uaxPQ0Gw8nlXU2QVrg1Z40HNJppLBwJ90i4XH766v2QLyJcPsSPcpuBI+PGpoUK+yD99w/wCim/FGg4HA9E8RxFjpKOJ8zGP2bnNe1tn5Q63fOHM4LZe1jjXi0npYvXUj6gPgNV9eP9iJSegq3iOD4rhBa+ZtRS3dZsjZHBpdxtnY4i+7gehdtofplLjcE+EYg7PJPA7ktSbB+1aMzWvI4kFoIPE2IN1IWtQxDCK3a2tshkva+2zt2eXrzWUE6uo3OxXDwzjyppNvkgEu/wBoKDX4bik+H1ccvfCWlqAXMJPhNdZ8Z8vfDtVq6GtZURRzRm7JY2yMPS1wBB8xUB669G+SV/KGC0Va3abuAnbYSDtu0/aK7rUdpFyiifSvN5KN9m34mB5Lm+Z2ceZBJS5fWRpH3Nw6olabSvbsIenav3Bw+aMx+yuoUDa9dItvVx0bDdlKzNJbgZ3gH7mZf5iiOX0AwJ+J19PAS4xB21n3ndCyxcD5TZv2l2msTW/LtH0uFu2ccZyPqW2L5HDcREeDWj5XE81hx8mjVMcJwGtxDwZ661NA74zYS7JmHRf3Q/ZaVyurvAGYjiNNBKLxXMkrflRsbmyHqJAHailFo7i+KDaxx1NQ1x3Svc7K7yPkcAexev2sca8Wk9LF66spHGGgNaAGtADQBYADcABzBftCok1P6IYhQVc8lbC+Jj6XI1znscC/asNrNceYFRPpFM4VlZ3x3Vk/Of8AOerZFVJ0l+GVv1yo/vPQb9mrTGXAEU0hBFwdrFw/nQ6ssaH7NL6SL11ZGh96j+jb+EL7IKt0Wk2J4RMWCWaF8brPgmLnM8jo37rEdHYVYDQnTKPFaNlQcsclzHNHm3MlAF8t+LSCCOoqLdfhi5bTZLbUUnutuOXaHZ5v9y0+guH1ctPI6nzZOUEG17ZtnHf7rIOJfxN+Nzfy3XWx/lDYZe6OXKMtuUWy23WtzWWq0zwZ1FX1cDhYNqHOZ1xPOdhH2XBWD1caUR4jQQOa4GaGJsM7L98yRrQMxHQ4C4PX1FBCf6RfxH+pX0g/KHOy/dG2cXvym1r77qyV0QQr7IP3zD/o5/xRrl9BtZkmDQywxwMmEs21LnPc0g5A21gP3fvXU+yE98w/6Of8US/OpzQ6hxClqJKyBsz2VWRrnF4IbsmG24jnJQfj/wDQNR4pH6V/qrj9NNYVVjOQThscMRLmQx3y5yLZ3Em7jb/yelTn7VmD+KR/zSesvXh+gGGUzg+Gkha8cHFmdwPSC+9kHD6kNDJKdslfUNLHTMEVOxws7ZXDnSEHhmIbbqBPAqKJf1kf9SP/ACVa5VRl/WR/1I/8lBPmsnV+MZhYY3COpgvsnu8B7T4UT7bwDYWPMfKVCdZq1xaB1jSSusdzobStPWCwlWeSyIrB+SuNeL1vmm/7Xkmq8Tw57RI+rpX8Wh75o79YBNirVLidcUELsJqHTWzMcwwk8RNtAAG9ZaXX6rotaPVNrKlr3uoq055wwvhmsGmVo8JjwN2YDfe28Xvw3wfP4Tr/ACjfzrptV5d3XoMnHbG9vk7J+b7rrxab4OaLEKyAiwE7ns64nnOwj7Lh5kGyi/KDK3J3Qy5Rly8oy5bbrW5rWX6/SL+I/wBSpq1aaUR4jQQZXDbQRNhnZfvmva3KHEdDgLg/9LrLoK2Q/lDmbfujbML35Ta1xddR7IP33D/opvxxqalC3sg/fcP+im/FGgj3A9La+gY6OjmfExz87msa0gvsBc3B5mjzLYO1m4wONXIPK2Mf+qkzUD8Bqvrx/sRKTZYWvFnAOB5nAOHmKCqWLaT1uI5G1dQ+UB3eiRwbG0ndmsLAceKmXVRq5ZQgV0skdRNJGWxGFwkhiYfCLX/GcbWvzbx0rR659AoKeJtfSRiL3UR1EbBljObc2UNG5pzWBtxzBa7UXpFJFWPonOJhqI3SNYTuZMwXzN6LtDr+QIJK1o6Nd0cOmawXmg/OIbcS5oOZg+c3MPLZQpqu0j7n4lA5xtFOeTS9GV5GVx8j8pv0XVmCqxayNG+5uIzxtFopDt4LbrRvJOUfNcHDsCCyOMYoyjp5qiXcyCJ0juuwvlHWTu7VV6ippsYr2sJvNW1JL3ccuZxc93ka2/mXb6b6w+WYNQQNdeao+FgHeNiQ3f8APflPYthqF0au6fEJBubengv8rcZXjsyjtcg3GuqjbT4PTQxDLHFVwxtHQxsMgaPuChfBOV7Ucg2u3ym3J8+0y/Gtl324XVidauDmswqqawXfEG1DQOJ2bszrfZzKCdX+kDcNxGmqJPeg4xykb7RvaWl3Xa4PYg936RfxH+pT9Iv4j/UqyUE7ZGtexwex7Q5rmkOa5pFwQRxC+iFRLqh7qcrn7o8q2fJe85Vtcm02rPBz7r2uoj0j+GVn1yf+89W1VSdJfhdb9cqP7z0G7brIxkAAVUtgLDvGcP5Vh+s3F+Bq5B2Rg/hVlqL3qP6Nv4QvPiuBU1Yx0dTCyZrhYh7QSOsO4g9YN0FZcCwebGqvI+djZZXXdLUy9888O8B3vdb4o+5WS0X0biwumjpoL5WXLnutmkkPhSO6z9wAHMq4adaNdyq+anaSYwWywuPhbJ29tz0ggi/S1Txqt0ifiGGwyTOzSxOdBI88XllrOPWWlt+u6GvDrN1bDF2tmgLWVcTcrS7cyaPjs3nmIJNj1kHqhWXAsVwqXPsqmmkbu2sQfa3VIy4I7VaZLIiszNZWNNFuUy7vlRxk9pLF9YNZmNF7AamSxeAfcouFxf4isnZLIIY9kCwmTD7An3OfgL/GjW41BtIoqq4I/PecW/wWKT7JZBlERBgqqksLu6RNj+sjzHxhWsWLII41yaSVmHx0ZopHRGSWQPLWtdmAa0i+Zp6Sow9s7GvGZPRReorLWSyCtPtnY14zJ6KL1FrK7EMTxZzRMaircD3jMr3hp6Q1osD12VqbJZBFeqPVrNQvNbXNyTFhZBCSC6NrvCkfbg4jcBzAm/Vu9ZmrgYwxssBDKuFuVhduZMy99m882+9jzXPTu7pEFWZcAxXCpc+yqKeRu4SxB9rdUkdwR2r2s1lY00W5TLu+VHGT2ksurM2WLIqtkGszGi5oNTJYuAPucXC4/cXV+yBYTLh9gT7lNwBPx41NFksiIy1BMIoaq4I/PjxFv8CJScsWWUHLa0KUzYRXNaMxEIeBx8F7X38zSoO1YSmHF6FzgQDK6O5Btd8bmD73BWaWLIMqNtd+jXKqJtVGLy0brusN7oHEB47DlPkBUkpZBUCnoZJXsjYxxe94YxtjvcSAB5yFarRfAm4dSU9KzhDEGuPypOL39riVtLLKDBF1Ben2pyeGV8+GM20DyXGnbbawk8WsB8NnRbeOFja6nVLIKtUWL4thd2RPqaUA+9ua9rL9OR4y/cvd7Z2NeMyeii9RWWslkVEmp/S/EK+rnjrZnysZS52tcxjQH7VgvdrRzEqJ9JIXcrre9PwufmP+c9WzslkR8aH3qP6Nv4QvuiIIM1+UTuWUkgaSH0hZcAm5bITbzPC/eqzSiKio5YpjkcatzwDcXaY4xfzgqb7JZBlERAREQEREBERAREQEREBERAREQEREBERAREQEREBERAREQEREBERAREQEREBERAREQEREBERAREQEREBERAREQEREBERAREQEREBERAREQEREBERAREQEREBERAREQEREBERAREQEREBERAREQEREBERAREQEREBERAREQEREBERAREQEREBERAREQEREBERAREQEREBERAREQEREBERAREQEREBERAREQEREBERAREQEREBERAREQEREBERB/9k="/>
          <p:cNvSpPr>
            <a:spLocks noChangeAspect="1" noChangeArrowheads="1"/>
          </p:cNvSpPr>
          <p:nvPr/>
        </p:nvSpPr>
        <p:spPr bwMode="auto">
          <a:xfrm>
            <a:off x="1587500" y="-773113"/>
            <a:ext cx="2857500" cy="160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6" name="AutoShape 4" descr="data:image/jpeg;base64,/9j/4AAQSkZJRgABAQAAAQABAAD/2wCEAAkGBhANEA8QDhQVEBAPDRUPEA8QEhIQEA8PGhEWFRUQEhQXHCYeGBkjGRIUKy8gIycpLCwsFR8xNTAqNSYrLCkBCQoKDgwOFA8PFCkYFBgpKSkpKSkpKSkpKSkpKSkpKSkpKSkpKSkpKSkpKSkpKSkpKSkpKSkpKSkpKSkpKSkpKf/AABEIAKgBLAMBIgACEQEDEQH/xAAcAAEAAgMBAQEAAAAAAAAAAAAABwgBBQYEAwL/xABOEAABAwICBQUIDQoGAwEAAAABAAIDBBEFEgYHEyExFEFRYYEVIjJUcZGT0ggXIzM0QlJyc3SCobIWJCY1RGJlkqSzQ1N1orTRscLDGP/EABUBAQEAAAAAAAAAAAAAAAAAAAAB/8QAFhEBAQEAAAAAAAAAAAAAAAAAABEB/9oADAMBAAIRAxEAPwCcUREBERAREQEREBERAREQEREBERAREQEREBERAREQEREBERAREQEREBERAREQEREBERAREQEREBERAREQEREBERAREQEREBERAREQEREBERAREQEREBERAREQEREBERAREQEREBERAREQEREBERAREQEREBERAREQEREBERAREQEREBERAREQEREBERAREQEREBFi6XQZRLrF0GUWLrN0BEWLoMoiICLF0ugyiIgIixdBlFi6zdARYul0GUS6ICLF1lAREQEWLrKAixdLoMol1i6DKLF0ugyiIg4vWPrDZg8TWxgSVcwJijd4LG8DLIBvtfgOc+QqEJMXxbGZS0PqKp537KIu2bR8xlmtHlXx05xx1fiFXO43btnRxjohYSxgHYL9pVg9XmjceHYfTsY0CSWJs077d8+VzQ43PQL2HUEVBo1ZY0f2aX0kXrr6Qas8ZD2E00lg8E+6xcL/AD1ZRLIVC/sgXkSYfYke5z8Db40aj7A9FMQxFjpKOJ8zGPyOc17W2dYG3fOHMQpA9kJ75h/0c/4olt9QPwKq+u//ABYgjr2sca8Wk9LF661lR3SweUNeZ6OXwmjO5ocL8RY5XjzhWqUca9aWN2GtkcBtI6uPZnn764c0HoI3/ZCFezVbrAOLxPjqLCrpwC8tAaJoybCUDmNxYgbuB57CJpNFcS5eX8mqcndAvzbKXLk29817cLL2akZHDFmBvB1NKHfNsDv7Q1bZ+ufEhWGDLT5BWbG+yfmybXJx2nGyDudaOn5wiBjILGqqL7PMLtiYPClI595AA6fJYwhFLimMyuDXVFZJ4TgHPc1o6SLhrB5l1GvbP3TjzXy8ijydFtpJe3bddVqFxCn5LPAHNFTykyOYSA98ZY0NI5yAQ7ydqCPvaxxrxaT0sXrp7WONeLSeli9dWWRCos1OaKV2HzVbq2J0TZIY2sLnsdch7iQMrj0rodY+sFmDRNawCSqmB2UZ8FreBlktvy34DnPauyVWdPccdX4jVzE3aJnRR9AiYS1oHmJ+0UH0lxnFsZlLQ+oqXnfsoswY0fMZZrR1lesassaP7NL6SL11N+rjRuPD8Pp2taBJNE2ad9u+fI5uaxPQ0Gw8nlXU2QVrg1Z40HNJppLBwJ90i4XH766v2QLyJcPsSPcpuBI+PGpoUK+yD99w/wCim/FGg4HA9E8RxFjpKOJ8zGP2bnNe1tn5Q63fOHM4LZe1jjXi0npYvXUj6gPgNV9eP9iJSegq3iOD4rhBa+ZtRS3dZsjZHBpdxtnY4i+7gehdtofplLjcE+EYg7PJPA7ktSbB+1aMzWvI4kFoIPE2IN1IWtQxDCK3a2tshkva+2zt2eXrzWUE6uo3OxXDwzjyppNvkgEu/wBoKDX4bik+H1ccvfCWlqAXMJPhNdZ8Z8vfDtVq6GtZURRzRm7JY2yMPS1wBB8xUB669G+SV/KGC0Va3abuAnbYSDtu0/aK7rUdpFyiifSvN5KN9m34mB5Lm+Z2ceZBJS5fWRpH3Nw6olabSvbsIenav3Bw+aMx+yuoUDa9dItvVx0bDdlKzNJbgZ3gH7mZf5iiOX0AwJ+J19PAS4xB21n3ndCyxcD5TZv2l2msTW/LtH0uFu2ccZyPqW2L5HDcREeDWj5XE81hx8mjVMcJwGtxDwZ661NA74zYS7JmHRf3Q/ZaVyurvAGYjiNNBKLxXMkrflRsbmyHqJAHailFo7i+KDaxx1NQ1x3Svc7K7yPkcAexev2sca8Wk9LF66spHGGgNaAGtADQBYADcABzBftCok1P6IYhQVc8lbC+Jj6XI1znscC/asNrNceYFRPpFM4VlZ3x3Vk/Of8AOerZFVJ0l+GVv1yo/vPQb9mrTGXAEU0hBFwdrFw/nQ6ssaH7NL6SL11ZGh96j+jb+EL7IKt0Wk2J4RMWCWaF8brPgmLnM8jo37rEdHYVYDQnTKPFaNlQcsclzHNHm3MlAF8t+LSCCOoqLdfhi5bTZLbUUnutuOXaHZ5v9y0+guH1ctPI6nzZOUEG17ZtnHf7rIOJfxN+Nzfy3XWx/lDYZe6OXKMtuUWy23WtzWWq0zwZ1FX1cDhYNqHOZ1xPOdhH2XBWD1caUR4jQQOa4GaGJsM7L98yRrQMxHQ4C4PX1FBCf6RfxH+pX0g/KHOy/dG2cXvym1r77qyV0QQr7IP3zD/o5/xRrl9BtZkmDQywxwMmEs21LnPc0g5A21gP3fvXU+yE98w/6Of8US/OpzQ6hxClqJKyBsz2VWRrnF4IbsmG24jnJQfj/wDQNR4pH6V/qrj9NNYVVjOQThscMRLmQx3y5yLZ3Em7jb/yelTn7VmD+KR/zSesvXh+gGGUzg+Gkha8cHFmdwPSC+9kHD6kNDJKdslfUNLHTMEVOxws7ZXDnSEHhmIbbqBPAqKJf1kf9SP/ACVa5VRl/WR/1I/8lBPmsnV+MZhYY3COpgvsnu8B7T4UT7bwDYWPMfKVCdZq1xaB1jSSusdzobStPWCwlWeSyIrB+SuNeL1vmm/7Xkmq8Tw57RI+rpX8Wh75o79YBNirVLidcUELsJqHTWzMcwwk8RNtAAG9ZaXX6rotaPVNrKlr3uoq055wwvhmsGmVo8JjwN2YDfe28Xvw3wfP4Tr/ACjfzrptV5d3XoMnHbG9vk7J+b7rrxab4OaLEKyAiwE7ns64nnOwj7Lh5kGyi/KDK3J3Qy5Rly8oy5bbrW5rWX6/SL+I/wBSpq1aaUR4jQQZXDbQRNhnZfvmva3KHEdDgLg/9LrLoK2Q/lDmbfujbML35Ta1xddR7IP33D/opvxxqalC3sg/fcP+im/FGgj3A9La+gY6OjmfExz87msa0gvsBc3B5mjzLYO1m4wONXIPK2Mf+qkzUD8Bqvrx/sRKTZYWvFnAOB5nAOHmKCqWLaT1uI5G1dQ+UB3eiRwbG0ndmsLAceKmXVRq5ZQgV0skdRNJGWxGFwkhiYfCLX/GcbWvzbx0rR659AoKeJtfSRiL3UR1EbBljObc2UNG5pzWBtxzBa7UXpFJFWPonOJhqI3SNYTuZMwXzN6LtDr+QIJK1o6Nd0cOmawXmg/OIbcS5oOZg+c3MPLZQpqu0j7n4lA5xtFOeTS9GV5GVx8j8pv0XVmCqxayNG+5uIzxtFopDt4LbrRvJOUfNcHDsCCyOMYoyjp5qiXcyCJ0juuwvlHWTu7VV6ippsYr2sJvNW1JL3ccuZxc93ka2/mXb6b6w+WYNQQNdeao+FgHeNiQ3f8APflPYthqF0au6fEJBubengv8rcZXjsyjtcg3GuqjbT4PTQxDLHFVwxtHQxsMgaPuChfBOV7Ucg2u3ym3J8+0y/Gtl324XVidauDmswqqawXfEG1DQOJ2bszrfZzKCdX+kDcNxGmqJPeg4xykb7RvaWl3Xa4PYg936RfxH+pT9Iv4j/UqyUE7ZGtexwex7Q5rmkOa5pFwQRxC+iFRLqh7qcrn7o8q2fJe85Vtcm02rPBz7r2uoj0j+GVn1yf+89W1VSdJfhdb9cqP7z0G7brIxkAAVUtgLDvGcP5Vh+s3F+Bq5B2Rg/hVlqL3qP6Nv4QvPiuBU1Yx0dTCyZrhYh7QSOsO4g9YN0FZcCwebGqvI+djZZXXdLUy9888O8B3vdb4o+5WS0X0biwumjpoL5WXLnutmkkPhSO6z9wAHMq4adaNdyq+anaSYwWywuPhbJ29tz0ggi/S1Txqt0ifiGGwyTOzSxOdBI88XllrOPWWlt+u6GvDrN1bDF2tmgLWVcTcrS7cyaPjs3nmIJNj1kHqhWXAsVwqXPsqmmkbu2sQfa3VIy4I7VaZLIiszNZWNNFuUy7vlRxk9pLF9YNZmNF7AamSxeAfcouFxf4isnZLIIY9kCwmTD7An3OfgL/GjW41BtIoqq4I/PecW/wWKT7JZBlERBgqqksLu6RNj+sjzHxhWsWLII41yaSVmHx0ZopHRGSWQPLWtdmAa0i+Zp6Sow9s7GvGZPRReorLWSyCtPtnY14zJ6KL1FrK7EMTxZzRMaircD3jMr3hp6Q1osD12VqbJZBFeqPVrNQvNbXNyTFhZBCSC6NrvCkfbg4jcBzAm/Vu9ZmrgYwxssBDKuFuVhduZMy99m882+9jzXPTu7pEFWZcAxXCpc+yqKeRu4SxB9rdUkdwR2r2s1lY00W5TLu+VHGT2ksurM2WLIqtkGszGi5oNTJYuAPucXC4/cXV+yBYTLh9gT7lNwBPx41NFksiIy1BMIoaq4I/PjxFv8CJScsWWUHLa0KUzYRXNaMxEIeBx8F7X38zSoO1YSmHF6FzgQDK6O5Btd8bmD73BWaWLIMqNtd+jXKqJtVGLy0brusN7oHEB47DlPkBUkpZBUCnoZJXsjYxxe94YxtjvcSAB5yFarRfAm4dSU9KzhDEGuPypOL39riVtLLKDBF1Ben2pyeGV8+GM20DyXGnbbawk8WsB8NnRbeOFja6nVLIKtUWL4thd2RPqaUA+9ua9rL9OR4y/cvd7Z2NeMyeii9RWWslkVEmp/S/EK+rnjrZnysZS52tcxjQH7VgvdrRzEqJ9JIXcrre9PwufmP+c9WzslkR8aH3qP6Nv4QvuiIIM1+UTuWUkgaSH0hZcAm5bITbzPC/eqzSiKio5YpjkcatzwDcXaY4xfzgqb7JZBlERAREQEREBERAREQEREBERAREQEREBERAREQEREBERAREQEREBERAREQEREBERAREQEREBERAREQEREBERAREQEREBERAREQEREBERAREQEREBERAREQEREBERAREQEREBERAREQEREBERAREQEREBERAREQEREBERAREQEREBERAREQEREBERAREQEREBERAREQEREBERAREQEREBERAREQEREBERAREQEREBERAREQEREBERAREQEREBERB/9k="/>
          <p:cNvSpPr>
            <a:spLocks noChangeAspect="1" noChangeArrowheads="1"/>
          </p:cNvSpPr>
          <p:nvPr/>
        </p:nvSpPr>
        <p:spPr bwMode="auto">
          <a:xfrm>
            <a:off x="1739900" y="-620713"/>
            <a:ext cx="2857500" cy="160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pic>
        <p:nvPicPr>
          <p:cNvPr id="1026" name="Picture 2" descr="http://www.digitalillustrated.com/Static/img/D_kolmikentt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503" y="1454413"/>
            <a:ext cx="2799768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digitalillustrated.com/Static/img/DI-partner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5820526"/>
            <a:ext cx="3267682" cy="56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217" y="5779399"/>
            <a:ext cx="1109645" cy="6935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791" y="5765672"/>
            <a:ext cx="918512" cy="6721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38394" y="5920342"/>
            <a:ext cx="2323264" cy="390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419" y="4572000"/>
            <a:ext cx="1378430" cy="229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6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Microsoft’s CRM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r>
              <a:rPr lang="en-US" sz="2400" i="1" dirty="0" smtClean="0">
                <a:solidFill>
                  <a:schemeClr val="bg1"/>
                </a:solidFill>
              </a:rPr>
              <a:t>CRM 2013 – The start of a new chapter?</a:t>
            </a:r>
            <a:endParaRPr lang="en-US" sz="2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40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first chapter of CRM: 2003-2011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435757"/>
              </p:ext>
            </p:extLst>
          </p:nvPr>
        </p:nvGraphicFramePr>
        <p:xfrm>
          <a:off x="609600" y="1600200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3642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evolution to revolution?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first 4 major releases of CRM were a steady evolution:</a:t>
            </a:r>
          </a:p>
          <a:p>
            <a:pPr lvl="1"/>
            <a:r>
              <a:rPr lang="en-US" dirty="0" smtClean="0"/>
              <a:t>New functionality and options being added alongside existing ones</a:t>
            </a:r>
          </a:p>
          <a:p>
            <a:pPr lvl="1"/>
            <a:r>
              <a:rPr lang="en-US" dirty="0" smtClean="0"/>
              <a:t>Platform components replaced with more robust technologies</a:t>
            </a:r>
          </a:p>
          <a:p>
            <a:r>
              <a:rPr lang="en-US" dirty="0" smtClean="0"/>
              <a:t>CRM 2011 was a </a:t>
            </a:r>
            <a:r>
              <a:rPr lang="en-US" i="1" dirty="0" smtClean="0"/>
              <a:t>“more of everything” </a:t>
            </a:r>
            <a:r>
              <a:rPr lang="en-US" dirty="0" smtClean="0"/>
              <a:t>release, a pinnacle of this chapter</a:t>
            </a:r>
          </a:p>
          <a:p>
            <a:r>
              <a:rPr lang="en-US" dirty="0" smtClean="0"/>
              <a:t>CRM 2013 no longer continued on this familiar path, instead it could be seen as an </a:t>
            </a:r>
            <a:r>
              <a:rPr lang="en-US" i="1" dirty="0" smtClean="0"/>
              <a:t>“everything’s different” </a:t>
            </a:r>
            <a:r>
              <a:rPr lang="en-US" dirty="0" smtClean="0"/>
              <a:t>type of a paradigm shift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81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entagon 6"/>
          <p:cNvSpPr/>
          <p:nvPr/>
        </p:nvSpPr>
        <p:spPr>
          <a:xfrm>
            <a:off x="153550" y="1062004"/>
            <a:ext cx="11914432" cy="2987425"/>
          </a:xfrm>
          <a:prstGeom prst="homePlate">
            <a:avLst>
              <a:gd name="adj" fmla="val 2744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Pentagon 1"/>
          <p:cNvSpPr/>
          <p:nvPr/>
        </p:nvSpPr>
        <p:spPr>
          <a:xfrm>
            <a:off x="149629" y="4139291"/>
            <a:ext cx="11914432" cy="2669721"/>
          </a:xfrm>
          <a:prstGeom prst="homePlate">
            <a:avLst>
              <a:gd name="adj" fmla="val 31433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1026" name="Picture 2" descr="http://blog.customereffective.com/.a/6a00e54fb34b6f8833019aff99a97f970c-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810" y="4281695"/>
            <a:ext cx="4251969" cy="24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6a00e54fb34b6f8833019aff997a1f970b-pi (1186×625)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314" y="4281694"/>
            <a:ext cx="4634605" cy="24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niiranen.eu/crm/wp-content/uploads/2013/09/MSCRM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810" y="1190887"/>
            <a:ext cx="4186654" cy="2774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niiranen.eu/crm/wp-content/uploads/2013/09/CRM2013_web_small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316" y="1190886"/>
            <a:ext cx="4518322" cy="277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833299" y="592417"/>
            <a:ext cx="1886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2006</a:t>
            </a:r>
            <a:endParaRPr lang="fi-FI" sz="2800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42981" y="598776"/>
            <a:ext cx="1886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2013</a:t>
            </a:r>
            <a:endParaRPr lang="fi-FI" sz="2800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rot="16200000">
            <a:off x="-631768" y="1973966"/>
            <a:ext cx="29011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3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Microsoft Dynamics CRM</a:t>
            </a:r>
            <a:endParaRPr lang="fi-FI" sz="32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631768" y="5128695"/>
            <a:ext cx="2901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3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Salesforce</a:t>
            </a:r>
            <a:endParaRPr lang="fi-FI" sz="32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9629" y="81643"/>
            <a:ext cx="1191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User interface evolution CRM applications: Microsoft vs. Salesforce</a:t>
            </a:r>
            <a:endParaRPr lang="en-US" sz="2400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25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97" y="1372973"/>
            <a:ext cx="5196273" cy="52944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993" y="2233399"/>
            <a:ext cx="6550878" cy="42194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CRM design principles: then and now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021015" y="1572265"/>
            <a:ext cx="1113692" cy="44410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2004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587608" y="1572265"/>
            <a:ext cx="1113692" cy="44410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2013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003208" y="3291109"/>
            <a:ext cx="1113692" cy="444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Clean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4003208" y="3970821"/>
            <a:ext cx="1113692" cy="444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Elegant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4021015" y="4639420"/>
            <a:ext cx="1113692" cy="444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0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effects of Mobile Computing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r>
              <a:rPr lang="en-US" sz="2400" i="1" dirty="0" smtClean="0">
                <a:solidFill>
                  <a:schemeClr val="bg1"/>
                </a:solidFill>
              </a:rPr>
              <a:t>One app – many, many clients</a:t>
            </a:r>
            <a:endParaRPr lang="en-US" sz="2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Mobile CRM concept: then and now</a:t>
            </a:r>
            <a:endParaRPr lang="en-US" dirty="0"/>
          </a:p>
        </p:txBody>
      </p:sp>
      <p:pic>
        <p:nvPicPr>
          <p:cNvPr id="1026" name="Picture 2" descr="http://www.sonomapartners.com/images/blog/051223-mobile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440" y="2186816"/>
            <a:ext cx="2623387" cy="408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6195169" y="4002155"/>
            <a:ext cx="3879080" cy="2419789"/>
            <a:chOff x="6548091" y="4793988"/>
            <a:chExt cx="3681243" cy="229637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8091" y="4793988"/>
              <a:ext cx="3681243" cy="2296377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02" t="3028" r="5389" b="9271"/>
            <a:stretch/>
          </p:blipFill>
          <p:spPr>
            <a:xfrm>
              <a:off x="6760507" y="4973087"/>
              <a:ext cx="3256410" cy="1867057"/>
            </a:xfrm>
            <a:prstGeom prst="rect">
              <a:avLst/>
            </a:prstGeom>
            <a:ln>
              <a:noFill/>
            </a:ln>
            <a:effectLst/>
          </p:spPr>
        </p:pic>
      </p:grpSp>
      <p:grpSp>
        <p:nvGrpSpPr>
          <p:cNvPr id="9" name="Group 8"/>
          <p:cNvGrpSpPr/>
          <p:nvPr/>
        </p:nvGrpSpPr>
        <p:grpSpPr>
          <a:xfrm>
            <a:off x="7798467" y="2186816"/>
            <a:ext cx="3611018" cy="2700202"/>
            <a:chOff x="7131537" y="1044305"/>
            <a:chExt cx="3426852" cy="2562489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31537" y="1044305"/>
              <a:ext cx="3426852" cy="2562489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02" t="3028" r="24623" b="9271"/>
            <a:stretch/>
          </p:blipFill>
          <p:spPr>
            <a:xfrm>
              <a:off x="7616670" y="1341735"/>
              <a:ext cx="2728374" cy="197886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09" y="3883683"/>
            <a:ext cx="998893" cy="2041064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13" name="Group 12"/>
          <p:cNvGrpSpPr/>
          <p:nvPr/>
        </p:nvGrpSpPr>
        <p:grpSpPr>
          <a:xfrm>
            <a:off x="8573104" y="3835573"/>
            <a:ext cx="1054963" cy="2035068"/>
            <a:chOff x="694341" y="4418723"/>
            <a:chExt cx="1001159" cy="1931277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4341" y="4418723"/>
              <a:ext cx="1001159" cy="1931277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896" y="4632666"/>
              <a:ext cx="847253" cy="1427639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3" name="TextBox 2"/>
          <p:cNvSpPr txBox="1"/>
          <p:nvPr/>
        </p:nvSpPr>
        <p:spPr>
          <a:xfrm>
            <a:off x="586154" y="1348154"/>
            <a:ext cx="4220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Microsoft originally thought it was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199518" y="1348154"/>
            <a:ext cx="4220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it actually turned out to 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22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CRM 2013 Client Types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078746"/>
              </p:ext>
            </p:extLst>
          </p:nvPr>
        </p:nvGraphicFramePr>
        <p:xfrm>
          <a:off x="609600" y="1600200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0"/>
          <a:stretch/>
        </p:blipFill>
        <p:spPr>
          <a:xfrm>
            <a:off x="9466550" y="2316452"/>
            <a:ext cx="1775881" cy="3559759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8945" y="2461116"/>
            <a:ext cx="2191010" cy="3415095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612" y="2640640"/>
            <a:ext cx="2214459" cy="3235571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828" y="2461115"/>
            <a:ext cx="2224351" cy="3415095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0811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Differences Between Clients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28747"/>
              </p:ext>
            </p:extLst>
          </p:nvPr>
        </p:nvGraphicFramePr>
        <p:xfrm>
          <a:off x="609600" y="1600200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9647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 Support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supported client option will require testing – and support</a:t>
            </a:r>
          </a:p>
          <a:p>
            <a:r>
              <a:rPr lang="en-US" dirty="0" smtClean="0"/>
              <a:t>Outlook client is still frequently needed for tracking individual emails and other activities, regardless of the CRM 2013 Server-side Sync support</a:t>
            </a:r>
          </a:p>
          <a:p>
            <a:r>
              <a:rPr lang="en-US" dirty="0" smtClean="0"/>
              <a:t>Not all of your entity form functionality may work when accessing the record via the CRM for Tablets app</a:t>
            </a:r>
          </a:p>
          <a:p>
            <a:r>
              <a:rPr lang="en-US" dirty="0" smtClean="0"/>
              <a:t>The Web UI can be accessed with many non-PC devices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66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Customizing CRM today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r>
              <a:rPr lang="en-US" sz="2400" i="1" dirty="0" smtClean="0">
                <a:solidFill>
                  <a:schemeClr val="bg1"/>
                </a:solidFill>
              </a:rPr>
              <a:t>Design more than just the data model</a:t>
            </a:r>
            <a:endParaRPr lang="en-US" sz="2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65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raditional CRM system</a:t>
            </a:r>
            <a:endParaRPr 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24" y="1305189"/>
            <a:ext cx="3417329" cy="27751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652" y="2146602"/>
            <a:ext cx="7246551" cy="43994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310" y="3954452"/>
            <a:ext cx="3250310" cy="11716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ounded Rectangular Callout 6"/>
          <p:cNvSpPr/>
          <p:nvPr/>
        </p:nvSpPr>
        <p:spPr>
          <a:xfrm>
            <a:off x="7114054" y="2534453"/>
            <a:ext cx="2334746" cy="983811"/>
          </a:xfrm>
          <a:prstGeom prst="wedgeRoundRectCallout">
            <a:avLst>
              <a:gd name="adj1" fmla="val -49641"/>
              <a:gd name="adj2" fmla="val 10045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Forms resembling traditional paper forms for data entry</a:t>
            </a:r>
            <a:endParaRPr lang="en-US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4697232" y="1782220"/>
            <a:ext cx="2334746" cy="493634"/>
          </a:xfrm>
          <a:prstGeom prst="wedgeRoundRectCallout">
            <a:avLst>
              <a:gd name="adj1" fmla="val -56762"/>
              <a:gd name="adj2" fmla="val 18465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Tabbed navigation</a:t>
            </a:r>
            <a:endParaRPr lang="en-US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360218" y="4616773"/>
            <a:ext cx="2196742" cy="634099"/>
          </a:xfrm>
          <a:prstGeom prst="wedgeRoundRectCallout">
            <a:avLst>
              <a:gd name="adj1" fmla="val 64886"/>
              <a:gd name="adj2" fmla="val -95017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“Exploding” related records menus</a:t>
            </a:r>
            <a:endParaRPr lang="en-US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9744405" y="3518264"/>
            <a:ext cx="2196742" cy="634099"/>
          </a:xfrm>
          <a:prstGeom prst="wedgeRoundRectCallout">
            <a:avLst>
              <a:gd name="adj1" fmla="val -66928"/>
              <a:gd name="adj2" fmla="val 6885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Popups everywhere!</a:t>
            </a:r>
            <a:endParaRPr lang="en-US" dirty="0"/>
          </a:p>
        </p:txBody>
      </p:sp>
      <p:sp>
        <p:nvSpPr>
          <p:cNvPr id="11" name="Rounded Rectangular Callout 10"/>
          <p:cNvSpPr/>
          <p:nvPr/>
        </p:nvSpPr>
        <p:spPr>
          <a:xfrm>
            <a:off x="2047231" y="6074913"/>
            <a:ext cx="2196742" cy="634099"/>
          </a:xfrm>
          <a:prstGeom prst="wedgeRoundRectCallout">
            <a:avLst>
              <a:gd name="adj1" fmla="val 36505"/>
              <a:gd name="adj2" fmla="val -14527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Focus on individual records</a:t>
            </a:r>
            <a:endParaRPr lang="en-US" dirty="0"/>
          </a:p>
        </p:txBody>
      </p:sp>
      <p:sp>
        <p:nvSpPr>
          <p:cNvPr id="12" name="Rounded Rectangular Callout 11"/>
          <p:cNvSpPr/>
          <p:nvPr/>
        </p:nvSpPr>
        <p:spPr>
          <a:xfrm>
            <a:off x="9251595" y="6085193"/>
            <a:ext cx="2196742" cy="634099"/>
          </a:xfrm>
          <a:prstGeom prst="wedgeRoundRectCallout">
            <a:avLst>
              <a:gd name="adj1" fmla="val -56837"/>
              <a:gd name="adj2" fmla="val -6879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Little visual guidance available, just fields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85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Modern CRM system</a:t>
            </a:r>
            <a:endParaRPr lang="en-US" dirty="0"/>
          </a:p>
        </p:txBody>
      </p:sp>
      <p:pic>
        <p:nvPicPr>
          <p:cNvPr id="1026" name="Picture 2" descr="C:\Users\J.N\AppData\Local\Temp\SNAGHTML1ae33dd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199" y="1187624"/>
            <a:ext cx="8328025" cy="544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ular Callout 1"/>
          <p:cNvSpPr/>
          <p:nvPr/>
        </p:nvSpPr>
        <p:spPr>
          <a:xfrm>
            <a:off x="144264" y="1841500"/>
            <a:ext cx="1951236" cy="635000"/>
          </a:xfrm>
          <a:prstGeom prst="wedgeRoundRectCallout">
            <a:avLst>
              <a:gd name="adj1" fmla="val 58573"/>
              <a:gd name="adj2" fmla="val -10950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Every window is a “main window”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35199" y="2984500"/>
            <a:ext cx="2863851" cy="33020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99400" y="2984500"/>
            <a:ext cx="2540000" cy="33020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168900" y="2984500"/>
            <a:ext cx="2660650" cy="33020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9872464" y="2768600"/>
            <a:ext cx="1951236" cy="635000"/>
          </a:xfrm>
          <a:prstGeom prst="wedgeRoundRectCallout">
            <a:avLst>
              <a:gd name="adj1" fmla="val -65092"/>
              <a:gd name="adj2" fmla="val 14050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from parent &amp; child records</a:t>
            </a:r>
            <a:endParaRPr lang="en-US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5423593" y="2159000"/>
            <a:ext cx="1951236" cy="635000"/>
          </a:xfrm>
          <a:prstGeom prst="wedgeRoundRectCallout">
            <a:avLst>
              <a:gd name="adj1" fmla="val -16928"/>
              <a:gd name="adj2" fmla="val 15850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All the latest related events</a:t>
            </a:r>
            <a:endParaRPr lang="en-US" dirty="0"/>
          </a:p>
        </p:txBody>
      </p:sp>
      <p:sp>
        <p:nvSpPr>
          <p:cNvPr id="11" name="Rounded Rectangular Callout 10"/>
          <p:cNvSpPr/>
          <p:nvPr/>
        </p:nvSpPr>
        <p:spPr>
          <a:xfrm>
            <a:off x="47228" y="5016500"/>
            <a:ext cx="2187971" cy="723900"/>
          </a:xfrm>
          <a:prstGeom prst="wedgeRoundRectCallout">
            <a:avLst>
              <a:gd name="adj1" fmla="val 50984"/>
              <a:gd name="adj2" fmla="val 10586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Consistent grouping of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68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9" grpId="0" animBg="1"/>
      <p:bldP spid="10" grpId="0" animBg="1"/>
      <p:bldP spid="6" grpId="0" animBg="1"/>
      <p:bldP spid="7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CRM is </a:t>
            </a:r>
            <a:r>
              <a:rPr lang="en-US" u="sng" dirty="0" smtClean="0"/>
              <a:t>not</a:t>
            </a:r>
            <a:r>
              <a:rPr lang="en-US" dirty="0" smtClean="0"/>
              <a:t> a graphical UI for designing database 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CRM customization has traditionally been too much focused on just the data model</a:t>
            </a:r>
          </a:p>
          <a:p>
            <a:r>
              <a:rPr lang="en-US" dirty="0" smtClean="0"/>
              <a:t>End user experience cannot be the direct result of the data model – it requires proper design work in its own right</a:t>
            </a:r>
          </a:p>
          <a:p>
            <a:r>
              <a:rPr lang="en-US" dirty="0" smtClean="0"/>
              <a:t>How to store the data and how to present it to the user are becoming more and more independent design tasks in CRM</a:t>
            </a:r>
          </a:p>
          <a:p>
            <a:r>
              <a:rPr lang="en-US" dirty="0" smtClean="0"/>
              <a:t>However, data model cannot be defined without considering its impact to end user experience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19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CRM solution design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9988089"/>
              </p:ext>
            </p:extLst>
          </p:nvPr>
        </p:nvGraphicFramePr>
        <p:xfrm>
          <a:off x="609600" y="1600200"/>
          <a:ext cx="10972800" cy="4897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626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CRM 2013 considerations for user interaction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7897091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Design the Sitemap</a:t>
            </a:r>
          </a:p>
          <a:p>
            <a:r>
              <a:rPr lang="en-US" dirty="0" smtClean="0"/>
              <a:t>Promote child records on parent forms</a:t>
            </a:r>
          </a:p>
          <a:p>
            <a:r>
              <a:rPr lang="en-US" dirty="0"/>
              <a:t>Be creative with Quick View Forms</a:t>
            </a:r>
          </a:p>
          <a:p>
            <a:r>
              <a:rPr lang="en-US" dirty="0" smtClean="0"/>
              <a:t>Test and customize Quick Create </a:t>
            </a:r>
          </a:p>
          <a:p>
            <a:r>
              <a:rPr lang="en-US" dirty="0" smtClean="0"/>
              <a:t>Optimize the Command Bar</a:t>
            </a:r>
          </a:p>
          <a:p>
            <a:r>
              <a:rPr lang="en-US" dirty="0" smtClean="0"/>
              <a:t>Simulate your process before implementing Business Process Flows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909" y="2064326"/>
            <a:ext cx="3131127" cy="313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1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Delivering responsive solutions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i="1" dirty="0" smtClean="0">
                <a:solidFill>
                  <a:schemeClr val="bg1"/>
                </a:solidFill>
              </a:rPr>
              <a:t>…with no code!</a:t>
            </a:r>
            <a:endParaRPr lang="en-US" sz="2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48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No-code process automation tools in CRM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8230246"/>
              </p:ext>
            </p:extLst>
          </p:nvPr>
        </p:nvGraphicFramePr>
        <p:xfrm>
          <a:off x="609600" y="1600200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610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032238"/>
              </p:ext>
            </p:extLst>
          </p:nvPr>
        </p:nvGraphicFramePr>
        <p:xfrm>
          <a:off x="609600" y="1600200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631981" y="219075"/>
            <a:ext cx="10998043" cy="1154199"/>
            <a:chOff x="7" y="218045"/>
            <a:chExt cx="2377306" cy="629279"/>
          </a:xfrm>
        </p:grpSpPr>
        <p:sp>
          <p:nvSpPr>
            <p:cNvPr id="6" name="Rectangle 5"/>
            <p:cNvSpPr/>
            <p:nvPr/>
          </p:nvSpPr>
          <p:spPr>
            <a:xfrm>
              <a:off x="7" y="218045"/>
              <a:ext cx="2377306" cy="629279"/>
            </a:xfrm>
            <a:prstGeom prst="rect">
              <a:avLst/>
            </a:prstGeom>
          </p:spPr>
          <p:style>
            <a:lnRef idx="2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" y="218045"/>
              <a:ext cx="2377306" cy="6292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3792" tIns="65024" rIns="113792" bIns="65024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noProof="0" dirty="0" smtClean="0"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Microsoft Dynamics CRM 2013 Process Automation Functionality</a:t>
              </a:r>
              <a:endParaRPr lang="en-US" sz="2400" kern="1200" noProof="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992582" y="6303818"/>
            <a:ext cx="692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Read more details from </a:t>
            </a:r>
            <a:r>
              <a:rPr lang="en-US" dirty="0">
                <a:solidFill>
                  <a:schemeClr val="bg1"/>
                </a:solidFill>
              </a:rPr>
              <a:t>my blog </a:t>
            </a:r>
            <a:r>
              <a:rPr lang="en-US" dirty="0" smtClean="0">
                <a:solidFill>
                  <a:schemeClr val="bg1"/>
                </a:solidFill>
              </a:rPr>
              <a:t>at </a:t>
            </a:r>
            <a:r>
              <a:rPr lang="en-US" b="1" dirty="0">
                <a:solidFill>
                  <a:schemeClr val="bg1"/>
                </a:solidFill>
              </a:rPr>
              <a:t>http://</a:t>
            </a:r>
            <a:r>
              <a:rPr lang="en-US" b="1" dirty="0" smtClean="0">
                <a:solidFill>
                  <a:schemeClr val="bg1"/>
                </a:solidFill>
              </a:rPr>
              <a:t>bit.ly/crm2013process 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26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Advanced UI customization:</a:t>
            </a:r>
            <a:br>
              <a:rPr lang="en-US" dirty="0" smtClean="0"/>
            </a:br>
            <a:r>
              <a:rPr lang="en-US" dirty="0" smtClean="0"/>
              <a:t>then and now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82" y="1251300"/>
            <a:ext cx="5512099" cy="54230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538" y="1251300"/>
            <a:ext cx="5782765" cy="526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0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Takeaways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5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“Everything is different in CRM 2013 because…”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It’s consumed via a client applications of different shapes &amp; sizes</a:t>
            </a:r>
          </a:p>
          <a:p>
            <a:r>
              <a:rPr lang="en-US" dirty="0" smtClean="0"/>
              <a:t>It accepts your old customizations but it presents them in completely new surroundings</a:t>
            </a:r>
          </a:p>
          <a:p>
            <a:r>
              <a:rPr lang="en-US" dirty="0" smtClean="0"/>
              <a:t>It opens the doors for non-developers to build a truly intelligent, responsive business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3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Want to learn more about CRM 2013?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Watch out for an updated CRM 2013 edition of the </a:t>
            </a:r>
            <a:r>
              <a:rPr lang="en-US" b="1" dirty="0" smtClean="0"/>
              <a:t>CRM </a:t>
            </a:r>
            <a:r>
              <a:rPr lang="en-US" b="1" dirty="0"/>
              <a:t>Field </a:t>
            </a:r>
            <a:r>
              <a:rPr lang="en-US" b="1" dirty="0" smtClean="0"/>
              <a:t>Guide</a:t>
            </a:r>
            <a:r>
              <a:rPr lang="en-US" dirty="0" smtClean="0"/>
              <a:t> – a book written by Dynamics CRM MVPs: </a:t>
            </a:r>
            <a:r>
              <a:rPr lang="en-US" dirty="0">
                <a:hlinkClick r:id="rId3"/>
              </a:rPr>
              <a:t>http://www.crmfieldguide.com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</a:p>
          <a:p>
            <a:r>
              <a:rPr lang="en-US" dirty="0" smtClean="0"/>
              <a:t>Go and read more about the latest Dynamics CRM news and tips on my </a:t>
            </a:r>
            <a:r>
              <a:rPr lang="en-US" b="1" dirty="0" smtClean="0"/>
              <a:t>Surviving </a:t>
            </a:r>
            <a:r>
              <a:rPr lang="en-US" b="1" dirty="0"/>
              <a:t>CRM</a:t>
            </a:r>
            <a:r>
              <a:rPr lang="en-US" dirty="0"/>
              <a:t> blog: </a:t>
            </a:r>
            <a:r>
              <a:rPr lang="en-US" dirty="0">
                <a:hlinkClick r:id="rId4"/>
              </a:rPr>
              <a:t>http://niiranen.eu/crm</a:t>
            </a:r>
            <a:r>
              <a:rPr lang="en-US" dirty="0" smtClean="0">
                <a:hlinkClick r:id="rId4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91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122919"/>
          </a:xfrm>
        </p:spPr>
        <p:txBody>
          <a:bodyPr/>
          <a:lstStyle/>
          <a:p>
            <a:r>
              <a:rPr lang="en-US" dirty="0" smtClean="0"/>
              <a:t>Thanks for your time</a:t>
            </a:r>
            <a:r>
              <a:rPr lang="en-US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7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45D77A42-99A4-4F29-A5C4-CC61A13B99E4}"/>
    </a:ext>
  </a:extLst>
</a:theme>
</file>

<file path=ppt/theme/theme2.xml><?xml version="1.0" encoding="utf-8"?>
<a:theme xmlns:a="http://schemas.openxmlformats.org/drawingml/2006/main" name="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FFC12EE9-4900-4D96-BC6D-BE1F8A703730}"/>
    </a:ext>
  </a:extLst>
</a:theme>
</file>

<file path=ppt/theme/theme3.xml><?xml version="1.0" encoding="utf-8"?>
<a:theme xmlns:a="http://schemas.openxmlformats.org/drawingml/2006/main" name="1_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9FBD5D33-D51F-43D9-93E4-80EF66E5D9C9}"/>
    </a:ext>
  </a:extLst>
</a:theme>
</file>

<file path=ppt/theme/theme4.xml><?xml version="1.0" encoding="utf-8"?>
<a:theme xmlns:a="http://schemas.openxmlformats.org/drawingml/2006/main" name="2_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DA1CC48D-9C7E-4C78-97C4-84668C6F7F9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PPTX_template</Template>
  <TotalTime>3404</TotalTime>
  <Words>1085</Words>
  <Application>Microsoft Office PowerPoint</Application>
  <PresentationFormat>Widescreen</PresentationFormat>
  <Paragraphs>208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Segoe UI</vt:lpstr>
      <vt:lpstr>Office-teema</vt:lpstr>
      <vt:lpstr>Mukautettu suunnittelumalli</vt:lpstr>
      <vt:lpstr>1_Mukautettu suunnittelumalli</vt:lpstr>
      <vt:lpstr>2_Mukautettu suunnittelumalli</vt:lpstr>
      <vt:lpstr>Dynamics CRM 2013 Customization and The Platform Evolution</vt:lpstr>
      <vt:lpstr>Today’s agenda</vt:lpstr>
      <vt:lpstr>About me</vt:lpstr>
      <vt:lpstr>About Digital Illustrated</vt:lpstr>
      <vt:lpstr>History of Microsoft’s CRM</vt:lpstr>
      <vt:lpstr>The first chapter of CRM: 2003-2011</vt:lpstr>
      <vt:lpstr>From evolution to revolution?</vt:lpstr>
      <vt:lpstr>PowerPoint Presentation</vt:lpstr>
      <vt:lpstr>CRM design principles: then and now</vt:lpstr>
      <vt:lpstr>The effects of Mobile Computing</vt:lpstr>
      <vt:lpstr>Mobile CRM concept: then and now</vt:lpstr>
      <vt:lpstr>CRM 2013 Client Types</vt:lpstr>
      <vt:lpstr>Key Differences Between Clients</vt:lpstr>
      <vt:lpstr>Client Support Considerations</vt:lpstr>
      <vt:lpstr>Customizing CRM today</vt:lpstr>
      <vt:lpstr>Traditional CRM system</vt:lpstr>
      <vt:lpstr>Modern CRM system</vt:lpstr>
      <vt:lpstr>CRM is not a graphical UI for designing database tables</vt:lpstr>
      <vt:lpstr>Levels of CRM solution design</vt:lpstr>
      <vt:lpstr>CRM 2013 considerations for user interaction design</vt:lpstr>
      <vt:lpstr>Delivering responsive solutions</vt:lpstr>
      <vt:lpstr>No-code process automation tools in CRM</vt:lpstr>
      <vt:lpstr>PowerPoint Presentation</vt:lpstr>
      <vt:lpstr>Advanced UI customization: then and now</vt:lpstr>
      <vt:lpstr>Takeaways</vt:lpstr>
      <vt:lpstr>“Everything is different in CRM 2013 because…”</vt:lpstr>
      <vt:lpstr>Want to learn more about CRM 2013?</vt:lpstr>
      <vt:lpstr>Thanks for your time!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Jukka Niiranen</dc:creator>
  <cp:lastModifiedBy>Jukka Niiranen</cp:lastModifiedBy>
  <cp:revision>211</cp:revision>
  <dcterms:created xsi:type="dcterms:W3CDTF">2014-02-12T19:55:58Z</dcterms:created>
  <dcterms:modified xsi:type="dcterms:W3CDTF">2014-05-28T16:32:18Z</dcterms:modified>
</cp:coreProperties>
</file>