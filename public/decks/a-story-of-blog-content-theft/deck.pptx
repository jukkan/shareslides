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85" r:id="rId1"/>
  </p:sldMasterIdLst>
  <p:sldIdLst>
    <p:sldId id="256" r:id="rId2"/>
    <p:sldId id="267" r:id="rId3"/>
    <p:sldId id="265" r:id="rId4"/>
    <p:sldId id="266" r:id="rId5"/>
    <p:sldId id="257" r:id="rId6"/>
    <p:sldId id="258" r:id="rId7"/>
    <p:sldId id="259" r:id="rId8"/>
    <p:sldId id="260" r:id="rId9"/>
    <p:sldId id="261" r:id="rId10"/>
    <p:sldId id="263" r:id="rId11"/>
  </p:sldIdLst>
  <p:sldSz cx="9144000" cy="6858000" type="screen4x3"/>
  <p:notesSz cx="6858000" cy="9144000"/>
  <p:defaultText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7" d="100"/>
          <a:sy n="107" d="100"/>
        </p:scale>
        <p:origin x="-1650"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gd name="connsiteX0" fmla="*/ 2023534 w 3005667"/>
              <a:gd name="connsiteY0" fmla="*/ 8467 h 6866467"/>
              <a:gd name="connsiteX1" fmla="*/ 0 w 3005667"/>
              <a:gd name="connsiteY1" fmla="*/ 6866467 h 6866467"/>
              <a:gd name="connsiteX2" fmla="*/ 2997200 w 3005667"/>
              <a:gd name="connsiteY2" fmla="*/ 6858000 h 6866467"/>
              <a:gd name="connsiteX3" fmla="*/ 3005667 w 3005667"/>
              <a:gd name="connsiteY3" fmla="*/ 0 h 6866467"/>
              <a:gd name="connsiteX4" fmla="*/ 2023534 w 3005667"/>
              <a:gd name="connsiteY4" fmla="*/ 8467 h 6866467"/>
              <a:gd name="connsiteX0" fmla="*/ 2023534 w 2997208"/>
              <a:gd name="connsiteY0" fmla="*/ 0 h 6858000"/>
              <a:gd name="connsiteX1" fmla="*/ 0 w 2997208"/>
              <a:gd name="connsiteY1" fmla="*/ 6858000 h 6858000"/>
              <a:gd name="connsiteX2" fmla="*/ 2997200 w 2997208"/>
              <a:gd name="connsiteY2" fmla="*/ 6849533 h 6858000"/>
              <a:gd name="connsiteX3" fmla="*/ 2260600 w 2997208"/>
              <a:gd name="connsiteY3" fmla="*/ 8466 h 6858000"/>
              <a:gd name="connsiteX4" fmla="*/ 2023534 w 2997208"/>
              <a:gd name="connsiteY4" fmla="*/ 0 h 6858000"/>
              <a:gd name="connsiteX0" fmla="*/ 2023534 w 2269442"/>
              <a:gd name="connsiteY0" fmla="*/ 0 h 6866466"/>
              <a:gd name="connsiteX1" fmla="*/ 0 w 2269442"/>
              <a:gd name="connsiteY1" fmla="*/ 6858000 h 6866466"/>
              <a:gd name="connsiteX2" fmla="*/ 2269067 w 2269442"/>
              <a:gd name="connsiteY2" fmla="*/ 6866466 h 6866466"/>
              <a:gd name="connsiteX3" fmla="*/ 2260600 w 2269442"/>
              <a:gd name="connsiteY3" fmla="*/ 8466 h 6866466"/>
              <a:gd name="connsiteX4" fmla="*/ 2023534 w 2269442"/>
              <a:gd name="connsiteY4" fmla="*/ 0 h 6866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Freeform 19"/>
          <p:cNvSpPr/>
          <p:nvPr/>
        </p:nvSpPr>
        <p:spPr>
          <a:xfrm>
            <a:off x="7205158" y="-8467"/>
            <a:ext cx="1948147" cy="6866467"/>
          </a:xfrm>
          <a:custGeom>
            <a:avLst/>
            <a:gdLst>
              <a:gd name="connsiteX0" fmla="*/ 0 w 2590800"/>
              <a:gd name="connsiteY0" fmla="*/ 0 h 6866467"/>
              <a:gd name="connsiteX1" fmla="*/ 1202267 w 2590800"/>
              <a:gd name="connsiteY1" fmla="*/ 6866467 h 6866467"/>
              <a:gd name="connsiteX2" fmla="*/ 2590800 w 2590800"/>
              <a:gd name="connsiteY2" fmla="*/ 6866467 h 6866467"/>
              <a:gd name="connsiteX3" fmla="*/ 2582333 w 2590800"/>
              <a:gd name="connsiteY3" fmla="*/ 0 h 6866467"/>
              <a:gd name="connsiteX4" fmla="*/ 0 w 2590800"/>
              <a:gd name="connsiteY4" fmla="*/ 0 h 6866467"/>
              <a:gd name="connsiteX0" fmla="*/ 0 w 2590800"/>
              <a:gd name="connsiteY0" fmla="*/ 0 h 6866467"/>
              <a:gd name="connsiteX1" fmla="*/ 1202267 w 2590800"/>
              <a:gd name="connsiteY1" fmla="*/ 6866467 h 6866467"/>
              <a:gd name="connsiteX2" fmla="*/ 2590800 w 2590800"/>
              <a:gd name="connsiteY2" fmla="*/ 6866467 h 6866467"/>
              <a:gd name="connsiteX3" fmla="*/ 1947333 w 2590800"/>
              <a:gd name="connsiteY3" fmla="*/ 0 h 6866467"/>
              <a:gd name="connsiteX4" fmla="*/ 0 w 2590800"/>
              <a:gd name="connsiteY4" fmla="*/ 0 h 6866467"/>
              <a:gd name="connsiteX0" fmla="*/ 0 w 1948147"/>
              <a:gd name="connsiteY0" fmla="*/ 0 h 6866467"/>
              <a:gd name="connsiteX1" fmla="*/ 1202267 w 1948147"/>
              <a:gd name="connsiteY1" fmla="*/ 6866467 h 6866467"/>
              <a:gd name="connsiteX2" fmla="*/ 1947333 w 1948147"/>
              <a:gd name="connsiteY2" fmla="*/ 6866467 h 6866467"/>
              <a:gd name="connsiteX3" fmla="*/ 1947333 w 1948147"/>
              <a:gd name="connsiteY3" fmla="*/ 0 h 6866467"/>
              <a:gd name="connsiteX4" fmla="*/ 0 w 1948147"/>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Freeform 20"/>
          <p:cNvSpPr/>
          <p:nvPr/>
        </p:nvSpPr>
        <p:spPr>
          <a:xfrm>
            <a:off x="6637896" y="3920066"/>
            <a:ext cx="2513565" cy="2937933"/>
          </a:xfrm>
          <a:custGeom>
            <a:avLst/>
            <a:gdLst>
              <a:gd name="connsiteX0" fmla="*/ 0 w 3259667"/>
              <a:gd name="connsiteY0" fmla="*/ 3810000 h 3810000"/>
              <a:gd name="connsiteX1" fmla="*/ 3251200 w 3259667"/>
              <a:gd name="connsiteY1" fmla="*/ 0 h 3810000"/>
              <a:gd name="connsiteX2" fmla="*/ 3259667 w 3259667"/>
              <a:gd name="connsiteY2" fmla="*/ 3810000 h 3810000"/>
              <a:gd name="connsiteX3" fmla="*/ 0 w 3259667"/>
              <a:gd name="connsiteY3" fmla="*/ 3810000 h 3810000"/>
            </a:gdLst>
            <a:ahLst/>
            <a:cxnLst>
              <a:cxn ang="0">
                <a:pos x="connsiteX0" y="connsiteY0"/>
              </a:cxn>
              <a:cxn ang="0">
                <a:pos x="connsiteX1" y="connsiteY1"/>
              </a:cxn>
              <a:cxn ang="0">
                <a:pos x="connsiteX2" y="connsiteY2"/>
              </a:cxn>
              <a:cxn ang="0">
                <a:pos x="connsiteX3" y="connsiteY3"/>
              </a:cxn>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Freeform 21"/>
          <p:cNvSpPr/>
          <p:nvPr/>
        </p:nvSpPr>
        <p:spPr>
          <a:xfrm>
            <a:off x="7010429" y="-8467"/>
            <a:ext cx="2142876" cy="6866467"/>
          </a:xfrm>
          <a:custGeom>
            <a:avLst/>
            <a:gdLst>
              <a:gd name="connsiteX0" fmla="*/ 0 w 2853267"/>
              <a:gd name="connsiteY0" fmla="*/ 0 h 6866467"/>
              <a:gd name="connsiteX1" fmla="*/ 2472267 w 2853267"/>
              <a:gd name="connsiteY1" fmla="*/ 6866467 h 6866467"/>
              <a:gd name="connsiteX2" fmla="*/ 2853267 w 2853267"/>
              <a:gd name="connsiteY2" fmla="*/ 6858000 h 6866467"/>
              <a:gd name="connsiteX3" fmla="*/ 2853267 w 2853267"/>
              <a:gd name="connsiteY3" fmla="*/ 0 h 6866467"/>
              <a:gd name="connsiteX4" fmla="*/ 0 w 2853267"/>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Freeform 22"/>
          <p:cNvSpPr/>
          <p:nvPr/>
        </p:nvSpPr>
        <p:spPr>
          <a:xfrm>
            <a:off x="8295776" y="-8467"/>
            <a:ext cx="857530" cy="6866467"/>
          </a:xfrm>
          <a:custGeom>
            <a:avLst/>
            <a:gdLst>
              <a:gd name="connsiteX0" fmla="*/ 1016000 w 1286933"/>
              <a:gd name="connsiteY0" fmla="*/ 0 h 6866467"/>
              <a:gd name="connsiteX1" fmla="*/ 0 w 1286933"/>
              <a:gd name="connsiteY1" fmla="*/ 6866467 h 6866467"/>
              <a:gd name="connsiteX2" fmla="*/ 1286933 w 1286933"/>
              <a:gd name="connsiteY2" fmla="*/ 6866467 h 6866467"/>
              <a:gd name="connsiteX3" fmla="*/ 1278466 w 1286933"/>
              <a:gd name="connsiteY3" fmla="*/ 0 h 6866467"/>
              <a:gd name="connsiteX4" fmla="*/ 1016000 w 1286933"/>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Freeform 23"/>
          <p:cNvSpPr/>
          <p:nvPr/>
        </p:nvSpPr>
        <p:spPr>
          <a:xfrm>
            <a:off x="8077231" y="-8468"/>
            <a:ext cx="1066770" cy="6866467"/>
          </a:xfrm>
          <a:custGeom>
            <a:avLst/>
            <a:gdLst>
              <a:gd name="connsiteX0" fmla="*/ 0 w 1244600"/>
              <a:gd name="connsiteY0" fmla="*/ 0 h 6874934"/>
              <a:gd name="connsiteX1" fmla="*/ 1117600 w 1244600"/>
              <a:gd name="connsiteY1" fmla="*/ 6866467 h 6874934"/>
              <a:gd name="connsiteX2" fmla="*/ 1244600 w 1244600"/>
              <a:gd name="connsiteY2" fmla="*/ 6874934 h 6874934"/>
              <a:gd name="connsiteX3" fmla="*/ 1236134 w 1244600"/>
              <a:gd name="connsiteY3" fmla="*/ 0 h 6874934"/>
              <a:gd name="connsiteX4" fmla="*/ 0 w 1244600"/>
              <a:gd name="connsiteY4" fmla="*/ 0 h 6874934"/>
              <a:gd name="connsiteX0" fmla="*/ 0 w 1253067"/>
              <a:gd name="connsiteY0" fmla="*/ 0 h 6874934"/>
              <a:gd name="connsiteX1" fmla="*/ 1117600 w 1253067"/>
              <a:gd name="connsiteY1" fmla="*/ 6866467 h 6874934"/>
              <a:gd name="connsiteX2" fmla="*/ 1244600 w 1253067"/>
              <a:gd name="connsiteY2" fmla="*/ 6874934 h 6874934"/>
              <a:gd name="connsiteX3" fmla="*/ 1253067 w 1253067"/>
              <a:gd name="connsiteY3" fmla="*/ 0 h 6874934"/>
              <a:gd name="connsiteX4" fmla="*/ 0 w 1253067"/>
              <a:gd name="connsiteY4" fmla="*/ 0 h 6874934"/>
              <a:gd name="connsiteX0" fmla="*/ 0 w 1270244"/>
              <a:gd name="connsiteY0" fmla="*/ 0 h 6866467"/>
              <a:gd name="connsiteX1" fmla="*/ 1117600 w 1270244"/>
              <a:gd name="connsiteY1" fmla="*/ 6866467 h 6866467"/>
              <a:gd name="connsiteX2" fmla="*/ 1270000 w 1270244"/>
              <a:gd name="connsiteY2" fmla="*/ 6866467 h 6866467"/>
              <a:gd name="connsiteX3" fmla="*/ 1253067 w 1270244"/>
              <a:gd name="connsiteY3" fmla="*/ 0 h 6866467"/>
              <a:gd name="connsiteX4" fmla="*/ 0 w 1270244"/>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5" name="Freeform 24"/>
          <p:cNvSpPr/>
          <p:nvPr/>
        </p:nvSpPr>
        <p:spPr>
          <a:xfrm>
            <a:off x="8060297" y="4893733"/>
            <a:ext cx="1094086" cy="1964267"/>
          </a:xfrm>
          <a:custGeom>
            <a:avLst/>
            <a:gdLst>
              <a:gd name="connsiteX0" fmla="*/ 0 w 1820333"/>
              <a:gd name="connsiteY0" fmla="*/ 3268133 h 3268133"/>
              <a:gd name="connsiteX1" fmla="*/ 1811866 w 1820333"/>
              <a:gd name="connsiteY1" fmla="*/ 0 h 3268133"/>
              <a:gd name="connsiteX2" fmla="*/ 1820333 w 1820333"/>
              <a:gd name="connsiteY2" fmla="*/ 3259666 h 3268133"/>
              <a:gd name="connsiteX3" fmla="*/ 0 w 1820333"/>
              <a:gd name="connsiteY3" fmla="*/ 3268133 h 3268133"/>
            </a:gdLst>
            <a:ahLst/>
            <a:cxnLst>
              <a:cxn ang="0">
                <a:pos x="connsiteX0" y="connsiteY0"/>
              </a:cxn>
              <a:cxn ang="0">
                <a:pos x="connsiteX1" y="connsiteY1"/>
              </a:cxn>
              <a:cxn ang="0">
                <a:pos x="connsiteX2" y="connsiteY2"/>
              </a:cxn>
              <a:cxn ang="0">
                <a:pos x="connsiteX3" y="connsiteY3"/>
              </a:cxn>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5B5BEF2-1CD6-4A07-B3B7-D4ED708CF93F}" type="datetimeFigureOut">
              <a:rPr lang="fi-FI" smtClean="0"/>
              <a:t>22.9.2012</a:t>
            </a:fld>
            <a:endParaRPr lang="fi-FI"/>
          </a:p>
        </p:txBody>
      </p:sp>
      <p:sp>
        <p:nvSpPr>
          <p:cNvPr id="5" name="Footer Placeholder 4"/>
          <p:cNvSpPr>
            <a:spLocks noGrp="1"/>
          </p:cNvSpPr>
          <p:nvPr>
            <p:ph type="ftr" sz="quarter" idx="11"/>
          </p:nvPr>
        </p:nvSpPr>
        <p:spPr/>
        <p:txBody>
          <a:bodyPr/>
          <a:lstStyle/>
          <a:p>
            <a:endParaRPr lang="fi-FI"/>
          </a:p>
        </p:txBody>
      </p:sp>
      <p:sp>
        <p:nvSpPr>
          <p:cNvPr id="6" name="Slide Number Placeholder 5"/>
          <p:cNvSpPr>
            <a:spLocks noGrp="1"/>
          </p:cNvSpPr>
          <p:nvPr>
            <p:ph type="sldNum" sz="quarter" idx="12"/>
          </p:nvPr>
        </p:nvSpPr>
        <p:spPr/>
        <p:txBody>
          <a:bodyPr/>
          <a:lstStyle/>
          <a:p>
            <a:fld id="{8A1D0451-5C4B-4195-93C3-0D9F295A816D}" type="slidenum">
              <a:rPr lang="fi-FI" smtClean="0"/>
              <a:t>‹#›</a:t>
            </a:fld>
            <a:endParaRPr lang="fi-FI"/>
          </a:p>
        </p:txBody>
      </p:sp>
      <p:sp>
        <p:nvSpPr>
          <p:cNvPr id="26" name="Freeform 25"/>
          <p:cNvSpPr/>
          <p:nvPr/>
        </p:nvSpPr>
        <p:spPr>
          <a:xfrm>
            <a:off x="0" y="-16933"/>
            <a:ext cx="863600" cy="5698067"/>
          </a:xfrm>
          <a:custGeom>
            <a:avLst/>
            <a:gdLst>
              <a:gd name="connsiteX0" fmla="*/ 0 w 863600"/>
              <a:gd name="connsiteY0" fmla="*/ 8467 h 5698067"/>
              <a:gd name="connsiteX1" fmla="*/ 863600 w 863600"/>
              <a:gd name="connsiteY1" fmla="*/ 0 h 5698067"/>
              <a:gd name="connsiteX2" fmla="*/ 863600 w 863600"/>
              <a:gd name="connsiteY2" fmla="*/ 16934 h 5698067"/>
              <a:gd name="connsiteX3" fmla="*/ 0 w 863600"/>
              <a:gd name="connsiteY3" fmla="*/ 5698067 h 5698067"/>
              <a:gd name="connsiteX4" fmla="*/ 0 w 863600"/>
              <a:gd name="connsiteY4" fmla="*/ 8467 h 56980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47790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7" name="Freeform 26"/>
          <p:cNvSpPr/>
          <p:nvPr/>
        </p:nvSpPr>
        <p:spPr>
          <a:xfrm>
            <a:off x="-8467" y="4013200"/>
            <a:ext cx="457200" cy="2853267"/>
          </a:xfrm>
          <a:custGeom>
            <a:avLst/>
            <a:gdLst>
              <a:gd name="connsiteX0" fmla="*/ 0 w 457200"/>
              <a:gd name="connsiteY0" fmla="*/ 0 h 2853267"/>
              <a:gd name="connsiteX1" fmla="*/ 457200 w 457200"/>
              <a:gd name="connsiteY1" fmla="*/ 2853267 h 2853267"/>
              <a:gd name="connsiteX2" fmla="*/ 0 w 457200"/>
              <a:gd name="connsiteY2" fmla="*/ 2844800 h 2853267"/>
              <a:gd name="connsiteX3" fmla="*/ 0 w 457200"/>
              <a:gd name="connsiteY3" fmla="*/ 0 h 2853267"/>
            </a:gdLst>
            <a:ahLst/>
            <a:cxnLst>
              <a:cxn ang="0">
                <a:pos x="connsiteX0" y="connsiteY0"/>
              </a:cxn>
              <a:cxn ang="0">
                <a:pos x="connsiteX1" y="connsiteY1"/>
              </a:cxn>
              <a:cxn ang="0">
                <a:pos x="connsiteX2" y="connsiteY2"/>
              </a:cxn>
              <a:cxn ang="0">
                <a:pos x="connsiteX3" y="connsiteY3"/>
              </a:cxn>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a:p>
        </p:txBody>
      </p:sp>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20" name="Freeform 19"/>
          <p:cNvSpPr/>
          <p:nvPr/>
        </p:nvSpPr>
        <p:spPr>
          <a:xfrm>
            <a:off x="6891896" y="1"/>
            <a:ext cx="2269442" cy="6866466"/>
          </a:xfrm>
          <a:custGeom>
            <a:avLst/>
            <a:gdLst>
              <a:gd name="connsiteX0" fmla="*/ 2023534 w 3005667"/>
              <a:gd name="connsiteY0" fmla="*/ 8467 h 6866467"/>
              <a:gd name="connsiteX1" fmla="*/ 0 w 3005667"/>
              <a:gd name="connsiteY1" fmla="*/ 6866467 h 6866467"/>
              <a:gd name="connsiteX2" fmla="*/ 2997200 w 3005667"/>
              <a:gd name="connsiteY2" fmla="*/ 6858000 h 6866467"/>
              <a:gd name="connsiteX3" fmla="*/ 3005667 w 3005667"/>
              <a:gd name="connsiteY3" fmla="*/ 0 h 6866467"/>
              <a:gd name="connsiteX4" fmla="*/ 2023534 w 3005667"/>
              <a:gd name="connsiteY4" fmla="*/ 8467 h 6866467"/>
              <a:gd name="connsiteX0" fmla="*/ 2023534 w 2997208"/>
              <a:gd name="connsiteY0" fmla="*/ 0 h 6858000"/>
              <a:gd name="connsiteX1" fmla="*/ 0 w 2997208"/>
              <a:gd name="connsiteY1" fmla="*/ 6858000 h 6858000"/>
              <a:gd name="connsiteX2" fmla="*/ 2997200 w 2997208"/>
              <a:gd name="connsiteY2" fmla="*/ 6849533 h 6858000"/>
              <a:gd name="connsiteX3" fmla="*/ 2260600 w 2997208"/>
              <a:gd name="connsiteY3" fmla="*/ 8466 h 6858000"/>
              <a:gd name="connsiteX4" fmla="*/ 2023534 w 2997208"/>
              <a:gd name="connsiteY4" fmla="*/ 0 h 6858000"/>
              <a:gd name="connsiteX0" fmla="*/ 2023534 w 2269442"/>
              <a:gd name="connsiteY0" fmla="*/ 0 h 6866466"/>
              <a:gd name="connsiteX1" fmla="*/ 0 w 2269442"/>
              <a:gd name="connsiteY1" fmla="*/ 6858000 h 6866466"/>
              <a:gd name="connsiteX2" fmla="*/ 2269067 w 2269442"/>
              <a:gd name="connsiteY2" fmla="*/ 6866466 h 6866466"/>
              <a:gd name="connsiteX3" fmla="*/ 2260600 w 2269442"/>
              <a:gd name="connsiteY3" fmla="*/ 8466 h 6866466"/>
              <a:gd name="connsiteX4" fmla="*/ 2023534 w 2269442"/>
              <a:gd name="connsiteY4" fmla="*/ 0 h 6866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Freeform 20"/>
          <p:cNvSpPr/>
          <p:nvPr/>
        </p:nvSpPr>
        <p:spPr>
          <a:xfrm>
            <a:off x="7205158" y="-8467"/>
            <a:ext cx="1948147" cy="6866467"/>
          </a:xfrm>
          <a:custGeom>
            <a:avLst/>
            <a:gdLst>
              <a:gd name="connsiteX0" fmla="*/ 0 w 2590800"/>
              <a:gd name="connsiteY0" fmla="*/ 0 h 6866467"/>
              <a:gd name="connsiteX1" fmla="*/ 1202267 w 2590800"/>
              <a:gd name="connsiteY1" fmla="*/ 6866467 h 6866467"/>
              <a:gd name="connsiteX2" fmla="*/ 2590800 w 2590800"/>
              <a:gd name="connsiteY2" fmla="*/ 6866467 h 6866467"/>
              <a:gd name="connsiteX3" fmla="*/ 2582333 w 2590800"/>
              <a:gd name="connsiteY3" fmla="*/ 0 h 6866467"/>
              <a:gd name="connsiteX4" fmla="*/ 0 w 2590800"/>
              <a:gd name="connsiteY4" fmla="*/ 0 h 6866467"/>
              <a:gd name="connsiteX0" fmla="*/ 0 w 2590800"/>
              <a:gd name="connsiteY0" fmla="*/ 0 h 6866467"/>
              <a:gd name="connsiteX1" fmla="*/ 1202267 w 2590800"/>
              <a:gd name="connsiteY1" fmla="*/ 6866467 h 6866467"/>
              <a:gd name="connsiteX2" fmla="*/ 2590800 w 2590800"/>
              <a:gd name="connsiteY2" fmla="*/ 6866467 h 6866467"/>
              <a:gd name="connsiteX3" fmla="*/ 1947333 w 2590800"/>
              <a:gd name="connsiteY3" fmla="*/ 0 h 6866467"/>
              <a:gd name="connsiteX4" fmla="*/ 0 w 2590800"/>
              <a:gd name="connsiteY4" fmla="*/ 0 h 6866467"/>
              <a:gd name="connsiteX0" fmla="*/ 0 w 1948147"/>
              <a:gd name="connsiteY0" fmla="*/ 0 h 6866467"/>
              <a:gd name="connsiteX1" fmla="*/ 1202267 w 1948147"/>
              <a:gd name="connsiteY1" fmla="*/ 6866467 h 6866467"/>
              <a:gd name="connsiteX2" fmla="*/ 1947333 w 1948147"/>
              <a:gd name="connsiteY2" fmla="*/ 6866467 h 6866467"/>
              <a:gd name="connsiteX3" fmla="*/ 1947333 w 1948147"/>
              <a:gd name="connsiteY3" fmla="*/ 0 h 6866467"/>
              <a:gd name="connsiteX4" fmla="*/ 0 w 1948147"/>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Freeform 21"/>
          <p:cNvSpPr/>
          <p:nvPr/>
        </p:nvSpPr>
        <p:spPr>
          <a:xfrm>
            <a:off x="6637896" y="3920066"/>
            <a:ext cx="2513565" cy="2937933"/>
          </a:xfrm>
          <a:custGeom>
            <a:avLst/>
            <a:gdLst>
              <a:gd name="connsiteX0" fmla="*/ 0 w 3259667"/>
              <a:gd name="connsiteY0" fmla="*/ 3810000 h 3810000"/>
              <a:gd name="connsiteX1" fmla="*/ 3251200 w 3259667"/>
              <a:gd name="connsiteY1" fmla="*/ 0 h 3810000"/>
              <a:gd name="connsiteX2" fmla="*/ 3259667 w 3259667"/>
              <a:gd name="connsiteY2" fmla="*/ 3810000 h 3810000"/>
              <a:gd name="connsiteX3" fmla="*/ 0 w 3259667"/>
              <a:gd name="connsiteY3" fmla="*/ 3810000 h 3810000"/>
            </a:gdLst>
            <a:ahLst/>
            <a:cxnLst>
              <a:cxn ang="0">
                <a:pos x="connsiteX0" y="connsiteY0"/>
              </a:cxn>
              <a:cxn ang="0">
                <a:pos x="connsiteX1" y="connsiteY1"/>
              </a:cxn>
              <a:cxn ang="0">
                <a:pos x="connsiteX2" y="connsiteY2"/>
              </a:cxn>
              <a:cxn ang="0">
                <a:pos x="connsiteX3" y="connsiteY3"/>
              </a:cxn>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Freeform 22"/>
          <p:cNvSpPr/>
          <p:nvPr/>
        </p:nvSpPr>
        <p:spPr>
          <a:xfrm>
            <a:off x="7010429" y="-8467"/>
            <a:ext cx="2142876" cy="6866467"/>
          </a:xfrm>
          <a:custGeom>
            <a:avLst/>
            <a:gdLst>
              <a:gd name="connsiteX0" fmla="*/ 0 w 2853267"/>
              <a:gd name="connsiteY0" fmla="*/ 0 h 6866467"/>
              <a:gd name="connsiteX1" fmla="*/ 2472267 w 2853267"/>
              <a:gd name="connsiteY1" fmla="*/ 6866467 h 6866467"/>
              <a:gd name="connsiteX2" fmla="*/ 2853267 w 2853267"/>
              <a:gd name="connsiteY2" fmla="*/ 6858000 h 6866467"/>
              <a:gd name="connsiteX3" fmla="*/ 2853267 w 2853267"/>
              <a:gd name="connsiteY3" fmla="*/ 0 h 6866467"/>
              <a:gd name="connsiteX4" fmla="*/ 0 w 2853267"/>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Freeform 23"/>
          <p:cNvSpPr/>
          <p:nvPr/>
        </p:nvSpPr>
        <p:spPr>
          <a:xfrm>
            <a:off x="8295776" y="-8467"/>
            <a:ext cx="857530" cy="6866467"/>
          </a:xfrm>
          <a:custGeom>
            <a:avLst/>
            <a:gdLst>
              <a:gd name="connsiteX0" fmla="*/ 1016000 w 1286933"/>
              <a:gd name="connsiteY0" fmla="*/ 0 h 6866467"/>
              <a:gd name="connsiteX1" fmla="*/ 0 w 1286933"/>
              <a:gd name="connsiteY1" fmla="*/ 6866467 h 6866467"/>
              <a:gd name="connsiteX2" fmla="*/ 1286933 w 1286933"/>
              <a:gd name="connsiteY2" fmla="*/ 6866467 h 6866467"/>
              <a:gd name="connsiteX3" fmla="*/ 1278466 w 1286933"/>
              <a:gd name="connsiteY3" fmla="*/ 0 h 6866467"/>
              <a:gd name="connsiteX4" fmla="*/ 1016000 w 1286933"/>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Freeform 24"/>
          <p:cNvSpPr/>
          <p:nvPr/>
        </p:nvSpPr>
        <p:spPr>
          <a:xfrm>
            <a:off x="8077231" y="-8468"/>
            <a:ext cx="1066770" cy="6866467"/>
          </a:xfrm>
          <a:custGeom>
            <a:avLst/>
            <a:gdLst>
              <a:gd name="connsiteX0" fmla="*/ 0 w 1244600"/>
              <a:gd name="connsiteY0" fmla="*/ 0 h 6874934"/>
              <a:gd name="connsiteX1" fmla="*/ 1117600 w 1244600"/>
              <a:gd name="connsiteY1" fmla="*/ 6866467 h 6874934"/>
              <a:gd name="connsiteX2" fmla="*/ 1244600 w 1244600"/>
              <a:gd name="connsiteY2" fmla="*/ 6874934 h 6874934"/>
              <a:gd name="connsiteX3" fmla="*/ 1236134 w 1244600"/>
              <a:gd name="connsiteY3" fmla="*/ 0 h 6874934"/>
              <a:gd name="connsiteX4" fmla="*/ 0 w 1244600"/>
              <a:gd name="connsiteY4" fmla="*/ 0 h 6874934"/>
              <a:gd name="connsiteX0" fmla="*/ 0 w 1253067"/>
              <a:gd name="connsiteY0" fmla="*/ 0 h 6874934"/>
              <a:gd name="connsiteX1" fmla="*/ 1117600 w 1253067"/>
              <a:gd name="connsiteY1" fmla="*/ 6866467 h 6874934"/>
              <a:gd name="connsiteX2" fmla="*/ 1244600 w 1253067"/>
              <a:gd name="connsiteY2" fmla="*/ 6874934 h 6874934"/>
              <a:gd name="connsiteX3" fmla="*/ 1253067 w 1253067"/>
              <a:gd name="connsiteY3" fmla="*/ 0 h 6874934"/>
              <a:gd name="connsiteX4" fmla="*/ 0 w 1253067"/>
              <a:gd name="connsiteY4" fmla="*/ 0 h 6874934"/>
              <a:gd name="connsiteX0" fmla="*/ 0 w 1270244"/>
              <a:gd name="connsiteY0" fmla="*/ 0 h 6866467"/>
              <a:gd name="connsiteX1" fmla="*/ 1117600 w 1270244"/>
              <a:gd name="connsiteY1" fmla="*/ 6866467 h 6866467"/>
              <a:gd name="connsiteX2" fmla="*/ 1270000 w 1270244"/>
              <a:gd name="connsiteY2" fmla="*/ 6866467 h 6866467"/>
              <a:gd name="connsiteX3" fmla="*/ 1253067 w 1270244"/>
              <a:gd name="connsiteY3" fmla="*/ 0 h 6866467"/>
              <a:gd name="connsiteX4" fmla="*/ 0 w 1270244"/>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 name="Freeform 25"/>
          <p:cNvSpPr/>
          <p:nvPr/>
        </p:nvSpPr>
        <p:spPr>
          <a:xfrm>
            <a:off x="8060297" y="4893733"/>
            <a:ext cx="1094086" cy="1964267"/>
          </a:xfrm>
          <a:custGeom>
            <a:avLst/>
            <a:gdLst>
              <a:gd name="connsiteX0" fmla="*/ 0 w 1820333"/>
              <a:gd name="connsiteY0" fmla="*/ 3268133 h 3268133"/>
              <a:gd name="connsiteX1" fmla="*/ 1811866 w 1820333"/>
              <a:gd name="connsiteY1" fmla="*/ 0 h 3268133"/>
              <a:gd name="connsiteX2" fmla="*/ 1820333 w 1820333"/>
              <a:gd name="connsiteY2" fmla="*/ 3259666 h 3268133"/>
              <a:gd name="connsiteX3" fmla="*/ 0 w 1820333"/>
              <a:gd name="connsiteY3" fmla="*/ 3268133 h 3268133"/>
            </a:gdLst>
            <a:ahLst/>
            <a:cxnLst>
              <a:cxn ang="0">
                <a:pos x="connsiteX0" y="connsiteY0"/>
              </a:cxn>
              <a:cxn ang="0">
                <a:pos x="connsiteX1" y="connsiteY1"/>
              </a:cxn>
              <a:cxn ang="0">
                <a:pos x="connsiteX2" y="connsiteY2"/>
              </a:cxn>
              <a:cxn ang="0">
                <a:pos x="connsiteX3" y="connsiteY3"/>
              </a:cxn>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5B5BEF2-1CD6-4A07-B3B7-D4ED708CF93F}" type="datetimeFigureOut">
              <a:rPr lang="fi-FI" smtClean="0"/>
              <a:t>22.9.2012</a:t>
            </a:fld>
            <a:endParaRPr lang="fi-FI"/>
          </a:p>
        </p:txBody>
      </p:sp>
      <p:sp>
        <p:nvSpPr>
          <p:cNvPr id="5" name="Footer Placeholder 4"/>
          <p:cNvSpPr>
            <a:spLocks noGrp="1"/>
          </p:cNvSpPr>
          <p:nvPr>
            <p:ph type="ftr" sz="quarter" idx="11"/>
          </p:nvPr>
        </p:nvSpPr>
        <p:spPr/>
        <p:txBody>
          <a:bodyPr/>
          <a:lstStyle/>
          <a:p>
            <a:endParaRPr lang="fi-FI"/>
          </a:p>
        </p:txBody>
      </p:sp>
      <p:sp>
        <p:nvSpPr>
          <p:cNvPr id="6" name="Slide Number Placeholder 5"/>
          <p:cNvSpPr>
            <a:spLocks noGrp="1"/>
          </p:cNvSpPr>
          <p:nvPr>
            <p:ph type="sldNum" sz="quarter" idx="12"/>
          </p:nvPr>
        </p:nvSpPr>
        <p:spPr/>
        <p:txBody>
          <a:bodyPr/>
          <a:lstStyle/>
          <a:p>
            <a:fld id="{8A1D0451-5C4B-4195-93C3-0D9F295A816D}" type="slidenum">
              <a:rPr lang="fi-FI" smtClean="0"/>
              <a:t>‹#›</a:t>
            </a:fld>
            <a:endParaRPr lang="fi-FI"/>
          </a:p>
        </p:txBody>
      </p:sp>
    </p:spTree>
    <p:extLst>
      <p:ext uri="{BB962C8B-B14F-4D97-AF65-F5344CB8AC3E}">
        <p14:creationId xmlns:p14="http://schemas.microsoft.com/office/powerpoint/2010/main" val="3497732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7" name="Freeform 26"/>
          <p:cNvSpPr/>
          <p:nvPr/>
        </p:nvSpPr>
        <p:spPr>
          <a:xfrm>
            <a:off x="-8467" y="4013200"/>
            <a:ext cx="457200" cy="2853267"/>
          </a:xfrm>
          <a:custGeom>
            <a:avLst/>
            <a:gdLst>
              <a:gd name="connsiteX0" fmla="*/ 0 w 457200"/>
              <a:gd name="connsiteY0" fmla="*/ 0 h 2853267"/>
              <a:gd name="connsiteX1" fmla="*/ 457200 w 457200"/>
              <a:gd name="connsiteY1" fmla="*/ 2853267 h 2853267"/>
              <a:gd name="connsiteX2" fmla="*/ 0 w 457200"/>
              <a:gd name="connsiteY2" fmla="*/ 2844800 h 2853267"/>
              <a:gd name="connsiteX3" fmla="*/ 0 w 457200"/>
              <a:gd name="connsiteY3" fmla="*/ 0 h 2853267"/>
            </a:gdLst>
            <a:ahLst/>
            <a:cxnLst>
              <a:cxn ang="0">
                <a:pos x="connsiteX0" y="connsiteY0"/>
              </a:cxn>
              <a:cxn ang="0">
                <a:pos x="connsiteX1" y="connsiteY1"/>
              </a:cxn>
              <a:cxn ang="0">
                <a:pos x="connsiteX2" y="connsiteY2"/>
              </a:cxn>
              <a:cxn ang="0">
                <a:pos x="connsiteX3" y="connsiteY3"/>
              </a:cxn>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a:p>
        </p:txBody>
      </p:sp>
      <p:cxnSp>
        <p:nvCxnSpPr>
          <p:cNvPr id="18" name="Straight Connector 1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20" name="Freeform 19"/>
          <p:cNvSpPr/>
          <p:nvPr/>
        </p:nvSpPr>
        <p:spPr>
          <a:xfrm>
            <a:off x="6891896" y="1"/>
            <a:ext cx="2269442" cy="6866466"/>
          </a:xfrm>
          <a:custGeom>
            <a:avLst/>
            <a:gdLst>
              <a:gd name="connsiteX0" fmla="*/ 2023534 w 3005667"/>
              <a:gd name="connsiteY0" fmla="*/ 8467 h 6866467"/>
              <a:gd name="connsiteX1" fmla="*/ 0 w 3005667"/>
              <a:gd name="connsiteY1" fmla="*/ 6866467 h 6866467"/>
              <a:gd name="connsiteX2" fmla="*/ 2997200 w 3005667"/>
              <a:gd name="connsiteY2" fmla="*/ 6858000 h 6866467"/>
              <a:gd name="connsiteX3" fmla="*/ 3005667 w 3005667"/>
              <a:gd name="connsiteY3" fmla="*/ 0 h 6866467"/>
              <a:gd name="connsiteX4" fmla="*/ 2023534 w 3005667"/>
              <a:gd name="connsiteY4" fmla="*/ 8467 h 6866467"/>
              <a:gd name="connsiteX0" fmla="*/ 2023534 w 2997208"/>
              <a:gd name="connsiteY0" fmla="*/ 0 h 6858000"/>
              <a:gd name="connsiteX1" fmla="*/ 0 w 2997208"/>
              <a:gd name="connsiteY1" fmla="*/ 6858000 h 6858000"/>
              <a:gd name="connsiteX2" fmla="*/ 2997200 w 2997208"/>
              <a:gd name="connsiteY2" fmla="*/ 6849533 h 6858000"/>
              <a:gd name="connsiteX3" fmla="*/ 2260600 w 2997208"/>
              <a:gd name="connsiteY3" fmla="*/ 8466 h 6858000"/>
              <a:gd name="connsiteX4" fmla="*/ 2023534 w 2997208"/>
              <a:gd name="connsiteY4" fmla="*/ 0 h 6858000"/>
              <a:gd name="connsiteX0" fmla="*/ 2023534 w 2269442"/>
              <a:gd name="connsiteY0" fmla="*/ 0 h 6866466"/>
              <a:gd name="connsiteX1" fmla="*/ 0 w 2269442"/>
              <a:gd name="connsiteY1" fmla="*/ 6858000 h 6866466"/>
              <a:gd name="connsiteX2" fmla="*/ 2269067 w 2269442"/>
              <a:gd name="connsiteY2" fmla="*/ 6866466 h 6866466"/>
              <a:gd name="connsiteX3" fmla="*/ 2260600 w 2269442"/>
              <a:gd name="connsiteY3" fmla="*/ 8466 h 6866466"/>
              <a:gd name="connsiteX4" fmla="*/ 2023534 w 2269442"/>
              <a:gd name="connsiteY4" fmla="*/ 0 h 6866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Freeform 20"/>
          <p:cNvSpPr/>
          <p:nvPr/>
        </p:nvSpPr>
        <p:spPr>
          <a:xfrm>
            <a:off x="7205158" y="-8467"/>
            <a:ext cx="1948147" cy="6866467"/>
          </a:xfrm>
          <a:custGeom>
            <a:avLst/>
            <a:gdLst>
              <a:gd name="connsiteX0" fmla="*/ 0 w 2590800"/>
              <a:gd name="connsiteY0" fmla="*/ 0 h 6866467"/>
              <a:gd name="connsiteX1" fmla="*/ 1202267 w 2590800"/>
              <a:gd name="connsiteY1" fmla="*/ 6866467 h 6866467"/>
              <a:gd name="connsiteX2" fmla="*/ 2590800 w 2590800"/>
              <a:gd name="connsiteY2" fmla="*/ 6866467 h 6866467"/>
              <a:gd name="connsiteX3" fmla="*/ 2582333 w 2590800"/>
              <a:gd name="connsiteY3" fmla="*/ 0 h 6866467"/>
              <a:gd name="connsiteX4" fmla="*/ 0 w 2590800"/>
              <a:gd name="connsiteY4" fmla="*/ 0 h 6866467"/>
              <a:gd name="connsiteX0" fmla="*/ 0 w 2590800"/>
              <a:gd name="connsiteY0" fmla="*/ 0 h 6866467"/>
              <a:gd name="connsiteX1" fmla="*/ 1202267 w 2590800"/>
              <a:gd name="connsiteY1" fmla="*/ 6866467 h 6866467"/>
              <a:gd name="connsiteX2" fmla="*/ 2590800 w 2590800"/>
              <a:gd name="connsiteY2" fmla="*/ 6866467 h 6866467"/>
              <a:gd name="connsiteX3" fmla="*/ 1947333 w 2590800"/>
              <a:gd name="connsiteY3" fmla="*/ 0 h 6866467"/>
              <a:gd name="connsiteX4" fmla="*/ 0 w 2590800"/>
              <a:gd name="connsiteY4" fmla="*/ 0 h 6866467"/>
              <a:gd name="connsiteX0" fmla="*/ 0 w 1948147"/>
              <a:gd name="connsiteY0" fmla="*/ 0 h 6866467"/>
              <a:gd name="connsiteX1" fmla="*/ 1202267 w 1948147"/>
              <a:gd name="connsiteY1" fmla="*/ 6866467 h 6866467"/>
              <a:gd name="connsiteX2" fmla="*/ 1947333 w 1948147"/>
              <a:gd name="connsiteY2" fmla="*/ 6866467 h 6866467"/>
              <a:gd name="connsiteX3" fmla="*/ 1947333 w 1948147"/>
              <a:gd name="connsiteY3" fmla="*/ 0 h 6866467"/>
              <a:gd name="connsiteX4" fmla="*/ 0 w 1948147"/>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Freeform 21"/>
          <p:cNvSpPr/>
          <p:nvPr/>
        </p:nvSpPr>
        <p:spPr>
          <a:xfrm>
            <a:off x="6637896" y="3920066"/>
            <a:ext cx="2513565" cy="2937933"/>
          </a:xfrm>
          <a:custGeom>
            <a:avLst/>
            <a:gdLst>
              <a:gd name="connsiteX0" fmla="*/ 0 w 3259667"/>
              <a:gd name="connsiteY0" fmla="*/ 3810000 h 3810000"/>
              <a:gd name="connsiteX1" fmla="*/ 3251200 w 3259667"/>
              <a:gd name="connsiteY1" fmla="*/ 0 h 3810000"/>
              <a:gd name="connsiteX2" fmla="*/ 3259667 w 3259667"/>
              <a:gd name="connsiteY2" fmla="*/ 3810000 h 3810000"/>
              <a:gd name="connsiteX3" fmla="*/ 0 w 3259667"/>
              <a:gd name="connsiteY3" fmla="*/ 3810000 h 3810000"/>
            </a:gdLst>
            <a:ahLst/>
            <a:cxnLst>
              <a:cxn ang="0">
                <a:pos x="connsiteX0" y="connsiteY0"/>
              </a:cxn>
              <a:cxn ang="0">
                <a:pos x="connsiteX1" y="connsiteY1"/>
              </a:cxn>
              <a:cxn ang="0">
                <a:pos x="connsiteX2" y="connsiteY2"/>
              </a:cxn>
              <a:cxn ang="0">
                <a:pos x="connsiteX3" y="connsiteY3"/>
              </a:cxn>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Freeform 22"/>
          <p:cNvSpPr/>
          <p:nvPr/>
        </p:nvSpPr>
        <p:spPr>
          <a:xfrm>
            <a:off x="7010429" y="-8467"/>
            <a:ext cx="2142876" cy="6866467"/>
          </a:xfrm>
          <a:custGeom>
            <a:avLst/>
            <a:gdLst>
              <a:gd name="connsiteX0" fmla="*/ 0 w 2853267"/>
              <a:gd name="connsiteY0" fmla="*/ 0 h 6866467"/>
              <a:gd name="connsiteX1" fmla="*/ 2472267 w 2853267"/>
              <a:gd name="connsiteY1" fmla="*/ 6866467 h 6866467"/>
              <a:gd name="connsiteX2" fmla="*/ 2853267 w 2853267"/>
              <a:gd name="connsiteY2" fmla="*/ 6858000 h 6866467"/>
              <a:gd name="connsiteX3" fmla="*/ 2853267 w 2853267"/>
              <a:gd name="connsiteY3" fmla="*/ 0 h 6866467"/>
              <a:gd name="connsiteX4" fmla="*/ 0 w 2853267"/>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Freeform 23"/>
          <p:cNvSpPr/>
          <p:nvPr/>
        </p:nvSpPr>
        <p:spPr>
          <a:xfrm>
            <a:off x="8295776" y="-8467"/>
            <a:ext cx="857530" cy="6866467"/>
          </a:xfrm>
          <a:custGeom>
            <a:avLst/>
            <a:gdLst>
              <a:gd name="connsiteX0" fmla="*/ 1016000 w 1286933"/>
              <a:gd name="connsiteY0" fmla="*/ 0 h 6866467"/>
              <a:gd name="connsiteX1" fmla="*/ 0 w 1286933"/>
              <a:gd name="connsiteY1" fmla="*/ 6866467 h 6866467"/>
              <a:gd name="connsiteX2" fmla="*/ 1286933 w 1286933"/>
              <a:gd name="connsiteY2" fmla="*/ 6866467 h 6866467"/>
              <a:gd name="connsiteX3" fmla="*/ 1278466 w 1286933"/>
              <a:gd name="connsiteY3" fmla="*/ 0 h 6866467"/>
              <a:gd name="connsiteX4" fmla="*/ 1016000 w 1286933"/>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Freeform 24"/>
          <p:cNvSpPr/>
          <p:nvPr/>
        </p:nvSpPr>
        <p:spPr>
          <a:xfrm>
            <a:off x="8077231" y="-8468"/>
            <a:ext cx="1066770" cy="6866467"/>
          </a:xfrm>
          <a:custGeom>
            <a:avLst/>
            <a:gdLst>
              <a:gd name="connsiteX0" fmla="*/ 0 w 1244600"/>
              <a:gd name="connsiteY0" fmla="*/ 0 h 6874934"/>
              <a:gd name="connsiteX1" fmla="*/ 1117600 w 1244600"/>
              <a:gd name="connsiteY1" fmla="*/ 6866467 h 6874934"/>
              <a:gd name="connsiteX2" fmla="*/ 1244600 w 1244600"/>
              <a:gd name="connsiteY2" fmla="*/ 6874934 h 6874934"/>
              <a:gd name="connsiteX3" fmla="*/ 1236134 w 1244600"/>
              <a:gd name="connsiteY3" fmla="*/ 0 h 6874934"/>
              <a:gd name="connsiteX4" fmla="*/ 0 w 1244600"/>
              <a:gd name="connsiteY4" fmla="*/ 0 h 6874934"/>
              <a:gd name="connsiteX0" fmla="*/ 0 w 1253067"/>
              <a:gd name="connsiteY0" fmla="*/ 0 h 6874934"/>
              <a:gd name="connsiteX1" fmla="*/ 1117600 w 1253067"/>
              <a:gd name="connsiteY1" fmla="*/ 6866467 h 6874934"/>
              <a:gd name="connsiteX2" fmla="*/ 1244600 w 1253067"/>
              <a:gd name="connsiteY2" fmla="*/ 6874934 h 6874934"/>
              <a:gd name="connsiteX3" fmla="*/ 1253067 w 1253067"/>
              <a:gd name="connsiteY3" fmla="*/ 0 h 6874934"/>
              <a:gd name="connsiteX4" fmla="*/ 0 w 1253067"/>
              <a:gd name="connsiteY4" fmla="*/ 0 h 6874934"/>
              <a:gd name="connsiteX0" fmla="*/ 0 w 1270244"/>
              <a:gd name="connsiteY0" fmla="*/ 0 h 6866467"/>
              <a:gd name="connsiteX1" fmla="*/ 1117600 w 1270244"/>
              <a:gd name="connsiteY1" fmla="*/ 6866467 h 6866467"/>
              <a:gd name="connsiteX2" fmla="*/ 1270000 w 1270244"/>
              <a:gd name="connsiteY2" fmla="*/ 6866467 h 6866467"/>
              <a:gd name="connsiteX3" fmla="*/ 1253067 w 1270244"/>
              <a:gd name="connsiteY3" fmla="*/ 0 h 6866467"/>
              <a:gd name="connsiteX4" fmla="*/ 0 w 1270244"/>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 name="Freeform 25"/>
          <p:cNvSpPr/>
          <p:nvPr/>
        </p:nvSpPr>
        <p:spPr>
          <a:xfrm>
            <a:off x="8060297" y="4893733"/>
            <a:ext cx="1094086" cy="1964267"/>
          </a:xfrm>
          <a:custGeom>
            <a:avLst/>
            <a:gdLst>
              <a:gd name="connsiteX0" fmla="*/ 0 w 1820333"/>
              <a:gd name="connsiteY0" fmla="*/ 3268133 h 3268133"/>
              <a:gd name="connsiteX1" fmla="*/ 1811866 w 1820333"/>
              <a:gd name="connsiteY1" fmla="*/ 0 h 3268133"/>
              <a:gd name="connsiteX2" fmla="*/ 1820333 w 1820333"/>
              <a:gd name="connsiteY2" fmla="*/ 3259666 h 3268133"/>
              <a:gd name="connsiteX3" fmla="*/ 0 w 1820333"/>
              <a:gd name="connsiteY3" fmla="*/ 3268133 h 3268133"/>
            </a:gdLst>
            <a:ahLst/>
            <a:cxnLst>
              <a:cxn ang="0">
                <a:pos x="connsiteX0" y="connsiteY0"/>
              </a:cxn>
              <a:cxn ang="0">
                <a:pos x="connsiteX1" y="connsiteY1"/>
              </a:cxn>
              <a:cxn ang="0">
                <a:pos x="connsiteX2" y="connsiteY2"/>
              </a:cxn>
              <a:cxn ang="0">
                <a:pos x="connsiteX3" y="connsiteY3"/>
              </a:cxn>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smtClean="0"/>
              <a:t>Click to edit Master title style</a:t>
            </a:r>
            <a:endParaRPr lang="en-US"/>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5B5BEF2-1CD6-4A07-B3B7-D4ED708CF93F}" type="datetimeFigureOut">
              <a:rPr lang="fi-FI" smtClean="0"/>
              <a:t>22.9.2012</a:t>
            </a:fld>
            <a:endParaRPr lang="fi-FI"/>
          </a:p>
        </p:txBody>
      </p:sp>
      <p:sp>
        <p:nvSpPr>
          <p:cNvPr id="5" name="Footer Placeholder 4"/>
          <p:cNvSpPr>
            <a:spLocks noGrp="1"/>
          </p:cNvSpPr>
          <p:nvPr>
            <p:ph type="ftr" sz="quarter" idx="11"/>
          </p:nvPr>
        </p:nvSpPr>
        <p:spPr/>
        <p:txBody>
          <a:bodyPr/>
          <a:lstStyle/>
          <a:p>
            <a:endParaRPr lang="fi-FI"/>
          </a:p>
        </p:txBody>
      </p:sp>
      <p:sp>
        <p:nvSpPr>
          <p:cNvPr id="6" name="Slide Number Placeholder 5"/>
          <p:cNvSpPr>
            <a:spLocks noGrp="1"/>
          </p:cNvSpPr>
          <p:nvPr>
            <p:ph type="sldNum" sz="quarter" idx="12"/>
          </p:nvPr>
        </p:nvSpPr>
        <p:spPr/>
        <p:txBody>
          <a:bodyPr/>
          <a:lstStyle/>
          <a:p>
            <a:fld id="{8A1D0451-5C4B-4195-93C3-0D9F295A816D}" type="slidenum">
              <a:rPr lang="fi-FI" smtClean="0"/>
              <a:t>‹#›</a:t>
            </a:fld>
            <a:endParaRPr lang="fi-FI"/>
          </a:p>
        </p:txBody>
      </p:sp>
    </p:spTree>
    <p:extLst>
      <p:ext uri="{BB962C8B-B14F-4D97-AF65-F5344CB8AC3E}">
        <p14:creationId xmlns:p14="http://schemas.microsoft.com/office/powerpoint/2010/main" val="2864835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8" name="Freeform 27"/>
          <p:cNvSpPr/>
          <p:nvPr/>
        </p:nvSpPr>
        <p:spPr>
          <a:xfrm>
            <a:off x="-8467" y="4013200"/>
            <a:ext cx="457200" cy="2853267"/>
          </a:xfrm>
          <a:custGeom>
            <a:avLst/>
            <a:gdLst>
              <a:gd name="connsiteX0" fmla="*/ 0 w 457200"/>
              <a:gd name="connsiteY0" fmla="*/ 0 h 2853267"/>
              <a:gd name="connsiteX1" fmla="*/ 457200 w 457200"/>
              <a:gd name="connsiteY1" fmla="*/ 2853267 h 2853267"/>
              <a:gd name="connsiteX2" fmla="*/ 0 w 457200"/>
              <a:gd name="connsiteY2" fmla="*/ 2844800 h 2853267"/>
              <a:gd name="connsiteX3" fmla="*/ 0 w 457200"/>
              <a:gd name="connsiteY3" fmla="*/ 0 h 2853267"/>
            </a:gdLst>
            <a:ahLst/>
            <a:cxnLst>
              <a:cxn ang="0">
                <a:pos x="connsiteX0" y="connsiteY0"/>
              </a:cxn>
              <a:cxn ang="0">
                <a:pos x="connsiteX1" y="connsiteY1"/>
              </a:cxn>
              <a:cxn ang="0">
                <a:pos x="connsiteX2" y="connsiteY2"/>
              </a:cxn>
              <a:cxn ang="0">
                <a:pos x="connsiteX3" y="connsiteY3"/>
              </a:cxn>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a:p>
        </p:txBody>
      </p:sp>
      <p:cxnSp>
        <p:nvCxnSpPr>
          <p:cNvPr id="18" name="Straight Connector 1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21" name="Freeform 20"/>
          <p:cNvSpPr/>
          <p:nvPr/>
        </p:nvSpPr>
        <p:spPr>
          <a:xfrm>
            <a:off x="6891896" y="1"/>
            <a:ext cx="2269442" cy="6866466"/>
          </a:xfrm>
          <a:custGeom>
            <a:avLst/>
            <a:gdLst>
              <a:gd name="connsiteX0" fmla="*/ 2023534 w 3005667"/>
              <a:gd name="connsiteY0" fmla="*/ 8467 h 6866467"/>
              <a:gd name="connsiteX1" fmla="*/ 0 w 3005667"/>
              <a:gd name="connsiteY1" fmla="*/ 6866467 h 6866467"/>
              <a:gd name="connsiteX2" fmla="*/ 2997200 w 3005667"/>
              <a:gd name="connsiteY2" fmla="*/ 6858000 h 6866467"/>
              <a:gd name="connsiteX3" fmla="*/ 3005667 w 3005667"/>
              <a:gd name="connsiteY3" fmla="*/ 0 h 6866467"/>
              <a:gd name="connsiteX4" fmla="*/ 2023534 w 3005667"/>
              <a:gd name="connsiteY4" fmla="*/ 8467 h 6866467"/>
              <a:gd name="connsiteX0" fmla="*/ 2023534 w 2997208"/>
              <a:gd name="connsiteY0" fmla="*/ 0 h 6858000"/>
              <a:gd name="connsiteX1" fmla="*/ 0 w 2997208"/>
              <a:gd name="connsiteY1" fmla="*/ 6858000 h 6858000"/>
              <a:gd name="connsiteX2" fmla="*/ 2997200 w 2997208"/>
              <a:gd name="connsiteY2" fmla="*/ 6849533 h 6858000"/>
              <a:gd name="connsiteX3" fmla="*/ 2260600 w 2997208"/>
              <a:gd name="connsiteY3" fmla="*/ 8466 h 6858000"/>
              <a:gd name="connsiteX4" fmla="*/ 2023534 w 2997208"/>
              <a:gd name="connsiteY4" fmla="*/ 0 h 6858000"/>
              <a:gd name="connsiteX0" fmla="*/ 2023534 w 2269442"/>
              <a:gd name="connsiteY0" fmla="*/ 0 h 6866466"/>
              <a:gd name="connsiteX1" fmla="*/ 0 w 2269442"/>
              <a:gd name="connsiteY1" fmla="*/ 6858000 h 6866466"/>
              <a:gd name="connsiteX2" fmla="*/ 2269067 w 2269442"/>
              <a:gd name="connsiteY2" fmla="*/ 6866466 h 6866466"/>
              <a:gd name="connsiteX3" fmla="*/ 2260600 w 2269442"/>
              <a:gd name="connsiteY3" fmla="*/ 8466 h 6866466"/>
              <a:gd name="connsiteX4" fmla="*/ 2023534 w 2269442"/>
              <a:gd name="connsiteY4" fmla="*/ 0 h 6866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Freeform 21"/>
          <p:cNvSpPr/>
          <p:nvPr/>
        </p:nvSpPr>
        <p:spPr>
          <a:xfrm>
            <a:off x="7205158" y="-8467"/>
            <a:ext cx="1948147" cy="6866467"/>
          </a:xfrm>
          <a:custGeom>
            <a:avLst/>
            <a:gdLst>
              <a:gd name="connsiteX0" fmla="*/ 0 w 2590800"/>
              <a:gd name="connsiteY0" fmla="*/ 0 h 6866467"/>
              <a:gd name="connsiteX1" fmla="*/ 1202267 w 2590800"/>
              <a:gd name="connsiteY1" fmla="*/ 6866467 h 6866467"/>
              <a:gd name="connsiteX2" fmla="*/ 2590800 w 2590800"/>
              <a:gd name="connsiteY2" fmla="*/ 6866467 h 6866467"/>
              <a:gd name="connsiteX3" fmla="*/ 2582333 w 2590800"/>
              <a:gd name="connsiteY3" fmla="*/ 0 h 6866467"/>
              <a:gd name="connsiteX4" fmla="*/ 0 w 2590800"/>
              <a:gd name="connsiteY4" fmla="*/ 0 h 6866467"/>
              <a:gd name="connsiteX0" fmla="*/ 0 w 2590800"/>
              <a:gd name="connsiteY0" fmla="*/ 0 h 6866467"/>
              <a:gd name="connsiteX1" fmla="*/ 1202267 w 2590800"/>
              <a:gd name="connsiteY1" fmla="*/ 6866467 h 6866467"/>
              <a:gd name="connsiteX2" fmla="*/ 2590800 w 2590800"/>
              <a:gd name="connsiteY2" fmla="*/ 6866467 h 6866467"/>
              <a:gd name="connsiteX3" fmla="*/ 1947333 w 2590800"/>
              <a:gd name="connsiteY3" fmla="*/ 0 h 6866467"/>
              <a:gd name="connsiteX4" fmla="*/ 0 w 2590800"/>
              <a:gd name="connsiteY4" fmla="*/ 0 h 6866467"/>
              <a:gd name="connsiteX0" fmla="*/ 0 w 1948147"/>
              <a:gd name="connsiteY0" fmla="*/ 0 h 6866467"/>
              <a:gd name="connsiteX1" fmla="*/ 1202267 w 1948147"/>
              <a:gd name="connsiteY1" fmla="*/ 6866467 h 6866467"/>
              <a:gd name="connsiteX2" fmla="*/ 1947333 w 1948147"/>
              <a:gd name="connsiteY2" fmla="*/ 6866467 h 6866467"/>
              <a:gd name="connsiteX3" fmla="*/ 1947333 w 1948147"/>
              <a:gd name="connsiteY3" fmla="*/ 0 h 6866467"/>
              <a:gd name="connsiteX4" fmla="*/ 0 w 1948147"/>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Freeform 22"/>
          <p:cNvSpPr/>
          <p:nvPr/>
        </p:nvSpPr>
        <p:spPr>
          <a:xfrm>
            <a:off x="6637896" y="3920066"/>
            <a:ext cx="2513565" cy="2937933"/>
          </a:xfrm>
          <a:custGeom>
            <a:avLst/>
            <a:gdLst>
              <a:gd name="connsiteX0" fmla="*/ 0 w 3259667"/>
              <a:gd name="connsiteY0" fmla="*/ 3810000 h 3810000"/>
              <a:gd name="connsiteX1" fmla="*/ 3251200 w 3259667"/>
              <a:gd name="connsiteY1" fmla="*/ 0 h 3810000"/>
              <a:gd name="connsiteX2" fmla="*/ 3259667 w 3259667"/>
              <a:gd name="connsiteY2" fmla="*/ 3810000 h 3810000"/>
              <a:gd name="connsiteX3" fmla="*/ 0 w 3259667"/>
              <a:gd name="connsiteY3" fmla="*/ 3810000 h 3810000"/>
            </a:gdLst>
            <a:ahLst/>
            <a:cxnLst>
              <a:cxn ang="0">
                <a:pos x="connsiteX0" y="connsiteY0"/>
              </a:cxn>
              <a:cxn ang="0">
                <a:pos x="connsiteX1" y="connsiteY1"/>
              </a:cxn>
              <a:cxn ang="0">
                <a:pos x="connsiteX2" y="connsiteY2"/>
              </a:cxn>
              <a:cxn ang="0">
                <a:pos x="connsiteX3" y="connsiteY3"/>
              </a:cxn>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Freeform 23"/>
          <p:cNvSpPr/>
          <p:nvPr/>
        </p:nvSpPr>
        <p:spPr>
          <a:xfrm>
            <a:off x="7010429" y="-8467"/>
            <a:ext cx="2142876" cy="6866467"/>
          </a:xfrm>
          <a:custGeom>
            <a:avLst/>
            <a:gdLst>
              <a:gd name="connsiteX0" fmla="*/ 0 w 2853267"/>
              <a:gd name="connsiteY0" fmla="*/ 0 h 6866467"/>
              <a:gd name="connsiteX1" fmla="*/ 2472267 w 2853267"/>
              <a:gd name="connsiteY1" fmla="*/ 6866467 h 6866467"/>
              <a:gd name="connsiteX2" fmla="*/ 2853267 w 2853267"/>
              <a:gd name="connsiteY2" fmla="*/ 6858000 h 6866467"/>
              <a:gd name="connsiteX3" fmla="*/ 2853267 w 2853267"/>
              <a:gd name="connsiteY3" fmla="*/ 0 h 6866467"/>
              <a:gd name="connsiteX4" fmla="*/ 0 w 2853267"/>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Freeform 24"/>
          <p:cNvSpPr/>
          <p:nvPr/>
        </p:nvSpPr>
        <p:spPr>
          <a:xfrm>
            <a:off x="8295776" y="-8467"/>
            <a:ext cx="857530" cy="6866467"/>
          </a:xfrm>
          <a:custGeom>
            <a:avLst/>
            <a:gdLst>
              <a:gd name="connsiteX0" fmla="*/ 1016000 w 1286933"/>
              <a:gd name="connsiteY0" fmla="*/ 0 h 6866467"/>
              <a:gd name="connsiteX1" fmla="*/ 0 w 1286933"/>
              <a:gd name="connsiteY1" fmla="*/ 6866467 h 6866467"/>
              <a:gd name="connsiteX2" fmla="*/ 1286933 w 1286933"/>
              <a:gd name="connsiteY2" fmla="*/ 6866467 h 6866467"/>
              <a:gd name="connsiteX3" fmla="*/ 1278466 w 1286933"/>
              <a:gd name="connsiteY3" fmla="*/ 0 h 6866467"/>
              <a:gd name="connsiteX4" fmla="*/ 1016000 w 1286933"/>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Freeform 25"/>
          <p:cNvSpPr/>
          <p:nvPr/>
        </p:nvSpPr>
        <p:spPr>
          <a:xfrm>
            <a:off x="8077231" y="-8468"/>
            <a:ext cx="1066770" cy="6866467"/>
          </a:xfrm>
          <a:custGeom>
            <a:avLst/>
            <a:gdLst>
              <a:gd name="connsiteX0" fmla="*/ 0 w 1244600"/>
              <a:gd name="connsiteY0" fmla="*/ 0 h 6874934"/>
              <a:gd name="connsiteX1" fmla="*/ 1117600 w 1244600"/>
              <a:gd name="connsiteY1" fmla="*/ 6866467 h 6874934"/>
              <a:gd name="connsiteX2" fmla="*/ 1244600 w 1244600"/>
              <a:gd name="connsiteY2" fmla="*/ 6874934 h 6874934"/>
              <a:gd name="connsiteX3" fmla="*/ 1236134 w 1244600"/>
              <a:gd name="connsiteY3" fmla="*/ 0 h 6874934"/>
              <a:gd name="connsiteX4" fmla="*/ 0 w 1244600"/>
              <a:gd name="connsiteY4" fmla="*/ 0 h 6874934"/>
              <a:gd name="connsiteX0" fmla="*/ 0 w 1253067"/>
              <a:gd name="connsiteY0" fmla="*/ 0 h 6874934"/>
              <a:gd name="connsiteX1" fmla="*/ 1117600 w 1253067"/>
              <a:gd name="connsiteY1" fmla="*/ 6866467 h 6874934"/>
              <a:gd name="connsiteX2" fmla="*/ 1244600 w 1253067"/>
              <a:gd name="connsiteY2" fmla="*/ 6874934 h 6874934"/>
              <a:gd name="connsiteX3" fmla="*/ 1253067 w 1253067"/>
              <a:gd name="connsiteY3" fmla="*/ 0 h 6874934"/>
              <a:gd name="connsiteX4" fmla="*/ 0 w 1253067"/>
              <a:gd name="connsiteY4" fmla="*/ 0 h 6874934"/>
              <a:gd name="connsiteX0" fmla="*/ 0 w 1270244"/>
              <a:gd name="connsiteY0" fmla="*/ 0 h 6866467"/>
              <a:gd name="connsiteX1" fmla="*/ 1117600 w 1270244"/>
              <a:gd name="connsiteY1" fmla="*/ 6866467 h 6866467"/>
              <a:gd name="connsiteX2" fmla="*/ 1270000 w 1270244"/>
              <a:gd name="connsiteY2" fmla="*/ 6866467 h 6866467"/>
              <a:gd name="connsiteX3" fmla="*/ 1253067 w 1270244"/>
              <a:gd name="connsiteY3" fmla="*/ 0 h 6866467"/>
              <a:gd name="connsiteX4" fmla="*/ 0 w 1270244"/>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7" name="Freeform 26"/>
          <p:cNvSpPr/>
          <p:nvPr/>
        </p:nvSpPr>
        <p:spPr>
          <a:xfrm>
            <a:off x="8060297" y="4893733"/>
            <a:ext cx="1094086" cy="1964267"/>
          </a:xfrm>
          <a:custGeom>
            <a:avLst/>
            <a:gdLst>
              <a:gd name="connsiteX0" fmla="*/ 0 w 1820333"/>
              <a:gd name="connsiteY0" fmla="*/ 3268133 h 3268133"/>
              <a:gd name="connsiteX1" fmla="*/ 1811866 w 1820333"/>
              <a:gd name="connsiteY1" fmla="*/ 0 h 3268133"/>
              <a:gd name="connsiteX2" fmla="*/ 1820333 w 1820333"/>
              <a:gd name="connsiteY2" fmla="*/ 3259666 h 3268133"/>
              <a:gd name="connsiteX3" fmla="*/ 0 w 1820333"/>
              <a:gd name="connsiteY3" fmla="*/ 3268133 h 3268133"/>
            </a:gdLst>
            <a:ahLst/>
            <a:cxnLst>
              <a:cxn ang="0">
                <a:pos x="connsiteX0" y="connsiteY0"/>
              </a:cxn>
              <a:cxn ang="0">
                <a:pos x="connsiteX1" y="connsiteY1"/>
              </a:cxn>
              <a:cxn ang="0">
                <a:pos x="connsiteX2" y="connsiteY2"/>
              </a:cxn>
              <a:cxn ang="0">
                <a:pos x="connsiteX3" y="connsiteY3"/>
              </a:cxn>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09600" y="609600"/>
            <a:ext cx="6347714" cy="13208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5B5BEF2-1CD6-4A07-B3B7-D4ED708CF93F}" type="datetimeFigureOut">
              <a:rPr lang="fi-FI" smtClean="0"/>
              <a:t>22.9.2012</a:t>
            </a:fld>
            <a:endParaRPr lang="fi-FI"/>
          </a:p>
        </p:txBody>
      </p:sp>
      <p:sp>
        <p:nvSpPr>
          <p:cNvPr id="6" name="Footer Placeholder 5"/>
          <p:cNvSpPr>
            <a:spLocks noGrp="1"/>
          </p:cNvSpPr>
          <p:nvPr>
            <p:ph type="ftr" sz="quarter" idx="11"/>
          </p:nvPr>
        </p:nvSpPr>
        <p:spPr/>
        <p:txBody>
          <a:bodyPr/>
          <a:lstStyle/>
          <a:p>
            <a:endParaRPr lang="fi-FI"/>
          </a:p>
        </p:txBody>
      </p:sp>
      <p:sp>
        <p:nvSpPr>
          <p:cNvPr id="7" name="Slide Number Placeholder 6"/>
          <p:cNvSpPr>
            <a:spLocks noGrp="1"/>
          </p:cNvSpPr>
          <p:nvPr>
            <p:ph type="sldNum" sz="quarter" idx="12"/>
          </p:nvPr>
        </p:nvSpPr>
        <p:spPr/>
        <p:txBody>
          <a:bodyPr/>
          <a:lstStyle/>
          <a:p>
            <a:fld id="{8A1D0451-5C4B-4195-93C3-0D9F295A816D}" type="slidenum">
              <a:rPr lang="fi-FI" smtClean="0"/>
              <a:t>‹#›</a:t>
            </a:fld>
            <a:endParaRPr lang="fi-FI"/>
          </a:p>
        </p:txBody>
      </p:sp>
    </p:spTree>
    <p:extLst>
      <p:ext uri="{BB962C8B-B14F-4D97-AF65-F5344CB8AC3E}">
        <p14:creationId xmlns:p14="http://schemas.microsoft.com/office/powerpoint/2010/main" val="711372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0" name="Freeform 29"/>
          <p:cNvSpPr/>
          <p:nvPr/>
        </p:nvSpPr>
        <p:spPr>
          <a:xfrm>
            <a:off x="-8467" y="4013200"/>
            <a:ext cx="457200" cy="2853267"/>
          </a:xfrm>
          <a:custGeom>
            <a:avLst/>
            <a:gdLst>
              <a:gd name="connsiteX0" fmla="*/ 0 w 457200"/>
              <a:gd name="connsiteY0" fmla="*/ 0 h 2853267"/>
              <a:gd name="connsiteX1" fmla="*/ 457200 w 457200"/>
              <a:gd name="connsiteY1" fmla="*/ 2853267 h 2853267"/>
              <a:gd name="connsiteX2" fmla="*/ 0 w 457200"/>
              <a:gd name="connsiteY2" fmla="*/ 2844800 h 2853267"/>
              <a:gd name="connsiteX3" fmla="*/ 0 w 457200"/>
              <a:gd name="connsiteY3" fmla="*/ 0 h 2853267"/>
            </a:gdLst>
            <a:ahLst/>
            <a:cxnLst>
              <a:cxn ang="0">
                <a:pos x="connsiteX0" y="connsiteY0"/>
              </a:cxn>
              <a:cxn ang="0">
                <a:pos x="connsiteX1" y="connsiteY1"/>
              </a:cxn>
              <a:cxn ang="0">
                <a:pos x="connsiteX2" y="connsiteY2"/>
              </a:cxn>
              <a:cxn ang="0">
                <a:pos x="connsiteX3" y="connsiteY3"/>
              </a:cxn>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a:p>
        </p:txBody>
      </p:sp>
      <p:cxnSp>
        <p:nvCxnSpPr>
          <p:cNvPr id="21" name="Straight Connector 20"/>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23" name="Freeform 22"/>
          <p:cNvSpPr/>
          <p:nvPr/>
        </p:nvSpPr>
        <p:spPr>
          <a:xfrm>
            <a:off x="6891896" y="1"/>
            <a:ext cx="2269442" cy="6866466"/>
          </a:xfrm>
          <a:custGeom>
            <a:avLst/>
            <a:gdLst>
              <a:gd name="connsiteX0" fmla="*/ 2023534 w 3005667"/>
              <a:gd name="connsiteY0" fmla="*/ 8467 h 6866467"/>
              <a:gd name="connsiteX1" fmla="*/ 0 w 3005667"/>
              <a:gd name="connsiteY1" fmla="*/ 6866467 h 6866467"/>
              <a:gd name="connsiteX2" fmla="*/ 2997200 w 3005667"/>
              <a:gd name="connsiteY2" fmla="*/ 6858000 h 6866467"/>
              <a:gd name="connsiteX3" fmla="*/ 3005667 w 3005667"/>
              <a:gd name="connsiteY3" fmla="*/ 0 h 6866467"/>
              <a:gd name="connsiteX4" fmla="*/ 2023534 w 3005667"/>
              <a:gd name="connsiteY4" fmla="*/ 8467 h 6866467"/>
              <a:gd name="connsiteX0" fmla="*/ 2023534 w 2997208"/>
              <a:gd name="connsiteY0" fmla="*/ 0 h 6858000"/>
              <a:gd name="connsiteX1" fmla="*/ 0 w 2997208"/>
              <a:gd name="connsiteY1" fmla="*/ 6858000 h 6858000"/>
              <a:gd name="connsiteX2" fmla="*/ 2997200 w 2997208"/>
              <a:gd name="connsiteY2" fmla="*/ 6849533 h 6858000"/>
              <a:gd name="connsiteX3" fmla="*/ 2260600 w 2997208"/>
              <a:gd name="connsiteY3" fmla="*/ 8466 h 6858000"/>
              <a:gd name="connsiteX4" fmla="*/ 2023534 w 2997208"/>
              <a:gd name="connsiteY4" fmla="*/ 0 h 6858000"/>
              <a:gd name="connsiteX0" fmla="*/ 2023534 w 2269442"/>
              <a:gd name="connsiteY0" fmla="*/ 0 h 6866466"/>
              <a:gd name="connsiteX1" fmla="*/ 0 w 2269442"/>
              <a:gd name="connsiteY1" fmla="*/ 6858000 h 6866466"/>
              <a:gd name="connsiteX2" fmla="*/ 2269067 w 2269442"/>
              <a:gd name="connsiteY2" fmla="*/ 6866466 h 6866466"/>
              <a:gd name="connsiteX3" fmla="*/ 2260600 w 2269442"/>
              <a:gd name="connsiteY3" fmla="*/ 8466 h 6866466"/>
              <a:gd name="connsiteX4" fmla="*/ 2023534 w 2269442"/>
              <a:gd name="connsiteY4" fmla="*/ 0 h 6866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Freeform 23"/>
          <p:cNvSpPr/>
          <p:nvPr/>
        </p:nvSpPr>
        <p:spPr>
          <a:xfrm>
            <a:off x="7205158" y="-8467"/>
            <a:ext cx="1948147" cy="6866467"/>
          </a:xfrm>
          <a:custGeom>
            <a:avLst/>
            <a:gdLst>
              <a:gd name="connsiteX0" fmla="*/ 0 w 2590800"/>
              <a:gd name="connsiteY0" fmla="*/ 0 h 6866467"/>
              <a:gd name="connsiteX1" fmla="*/ 1202267 w 2590800"/>
              <a:gd name="connsiteY1" fmla="*/ 6866467 h 6866467"/>
              <a:gd name="connsiteX2" fmla="*/ 2590800 w 2590800"/>
              <a:gd name="connsiteY2" fmla="*/ 6866467 h 6866467"/>
              <a:gd name="connsiteX3" fmla="*/ 2582333 w 2590800"/>
              <a:gd name="connsiteY3" fmla="*/ 0 h 6866467"/>
              <a:gd name="connsiteX4" fmla="*/ 0 w 2590800"/>
              <a:gd name="connsiteY4" fmla="*/ 0 h 6866467"/>
              <a:gd name="connsiteX0" fmla="*/ 0 w 2590800"/>
              <a:gd name="connsiteY0" fmla="*/ 0 h 6866467"/>
              <a:gd name="connsiteX1" fmla="*/ 1202267 w 2590800"/>
              <a:gd name="connsiteY1" fmla="*/ 6866467 h 6866467"/>
              <a:gd name="connsiteX2" fmla="*/ 2590800 w 2590800"/>
              <a:gd name="connsiteY2" fmla="*/ 6866467 h 6866467"/>
              <a:gd name="connsiteX3" fmla="*/ 1947333 w 2590800"/>
              <a:gd name="connsiteY3" fmla="*/ 0 h 6866467"/>
              <a:gd name="connsiteX4" fmla="*/ 0 w 2590800"/>
              <a:gd name="connsiteY4" fmla="*/ 0 h 6866467"/>
              <a:gd name="connsiteX0" fmla="*/ 0 w 1948147"/>
              <a:gd name="connsiteY0" fmla="*/ 0 h 6866467"/>
              <a:gd name="connsiteX1" fmla="*/ 1202267 w 1948147"/>
              <a:gd name="connsiteY1" fmla="*/ 6866467 h 6866467"/>
              <a:gd name="connsiteX2" fmla="*/ 1947333 w 1948147"/>
              <a:gd name="connsiteY2" fmla="*/ 6866467 h 6866467"/>
              <a:gd name="connsiteX3" fmla="*/ 1947333 w 1948147"/>
              <a:gd name="connsiteY3" fmla="*/ 0 h 6866467"/>
              <a:gd name="connsiteX4" fmla="*/ 0 w 1948147"/>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Freeform 24"/>
          <p:cNvSpPr/>
          <p:nvPr/>
        </p:nvSpPr>
        <p:spPr>
          <a:xfrm>
            <a:off x="6637896" y="3920066"/>
            <a:ext cx="2513565" cy="2937933"/>
          </a:xfrm>
          <a:custGeom>
            <a:avLst/>
            <a:gdLst>
              <a:gd name="connsiteX0" fmla="*/ 0 w 3259667"/>
              <a:gd name="connsiteY0" fmla="*/ 3810000 h 3810000"/>
              <a:gd name="connsiteX1" fmla="*/ 3251200 w 3259667"/>
              <a:gd name="connsiteY1" fmla="*/ 0 h 3810000"/>
              <a:gd name="connsiteX2" fmla="*/ 3259667 w 3259667"/>
              <a:gd name="connsiteY2" fmla="*/ 3810000 h 3810000"/>
              <a:gd name="connsiteX3" fmla="*/ 0 w 3259667"/>
              <a:gd name="connsiteY3" fmla="*/ 3810000 h 3810000"/>
            </a:gdLst>
            <a:ahLst/>
            <a:cxnLst>
              <a:cxn ang="0">
                <a:pos x="connsiteX0" y="connsiteY0"/>
              </a:cxn>
              <a:cxn ang="0">
                <a:pos x="connsiteX1" y="connsiteY1"/>
              </a:cxn>
              <a:cxn ang="0">
                <a:pos x="connsiteX2" y="connsiteY2"/>
              </a:cxn>
              <a:cxn ang="0">
                <a:pos x="connsiteX3" y="connsiteY3"/>
              </a:cxn>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Freeform 25"/>
          <p:cNvSpPr/>
          <p:nvPr/>
        </p:nvSpPr>
        <p:spPr>
          <a:xfrm>
            <a:off x="7010429" y="-8467"/>
            <a:ext cx="2142876" cy="6866467"/>
          </a:xfrm>
          <a:custGeom>
            <a:avLst/>
            <a:gdLst>
              <a:gd name="connsiteX0" fmla="*/ 0 w 2853267"/>
              <a:gd name="connsiteY0" fmla="*/ 0 h 6866467"/>
              <a:gd name="connsiteX1" fmla="*/ 2472267 w 2853267"/>
              <a:gd name="connsiteY1" fmla="*/ 6866467 h 6866467"/>
              <a:gd name="connsiteX2" fmla="*/ 2853267 w 2853267"/>
              <a:gd name="connsiteY2" fmla="*/ 6858000 h 6866467"/>
              <a:gd name="connsiteX3" fmla="*/ 2853267 w 2853267"/>
              <a:gd name="connsiteY3" fmla="*/ 0 h 6866467"/>
              <a:gd name="connsiteX4" fmla="*/ 0 w 2853267"/>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Freeform 26"/>
          <p:cNvSpPr/>
          <p:nvPr/>
        </p:nvSpPr>
        <p:spPr>
          <a:xfrm>
            <a:off x="8295776" y="-8467"/>
            <a:ext cx="857530" cy="6866467"/>
          </a:xfrm>
          <a:custGeom>
            <a:avLst/>
            <a:gdLst>
              <a:gd name="connsiteX0" fmla="*/ 1016000 w 1286933"/>
              <a:gd name="connsiteY0" fmla="*/ 0 h 6866467"/>
              <a:gd name="connsiteX1" fmla="*/ 0 w 1286933"/>
              <a:gd name="connsiteY1" fmla="*/ 6866467 h 6866467"/>
              <a:gd name="connsiteX2" fmla="*/ 1286933 w 1286933"/>
              <a:gd name="connsiteY2" fmla="*/ 6866467 h 6866467"/>
              <a:gd name="connsiteX3" fmla="*/ 1278466 w 1286933"/>
              <a:gd name="connsiteY3" fmla="*/ 0 h 6866467"/>
              <a:gd name="connsiteX4" fmla="*/ 1016000 w 1286933"/>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Freeform 27"/>
          <p:cNvSpPr/>
          <p:nvPr/>
        </p:nvSpPr>
        <p:spPr>
          <a:xfrm>
            <a:off x="8077231" y="-8468"/>
            <a:ext cx="1066770" cy="6866467"/>
          </a:xfrm>
          <a:custGeom>
            <a:avLst/>
            <a:gdLst>
              <a:gd name="connsiteX0" fmla="*/ 0 w 1244600"/>
              <a:gd name="connsiteY0" fmla="*/ 0 h 6874934"/>
              <a:gd name="connsiteX1" fmla="*/ 1117600 w 1244600"/>
              <a:gd name="connsiteY1" fmla="*/ 6866467 h 6874934"/>
              <a:gd name="connsiteX2" fmla="*/ 1244600 w 1244600"/>
              <a:gd name="connsiteY2" fmla="*/ 6874934 h 6874934"/>
              <a:gd name="connsiteX3" fmla="*/ 1236134 w 1244600"/>
              <a:gd name="connsiteY3" fmla="*/ 0 h 6874934"/>
              <a:gd name="connsiteX4" fmla="*/ 0 w 1244600"/>
              <a:gd name="connsiteY4" fmla="*/ 0 h 6874934"/>
              <a:gd name="connsiteX0" fmla="*/ 0 w 1253067"/>
              <a:gd name="connsiteY0" fmla="*/ 0 h 6874934"/>
              <a:gd name="connsiteX1" fmla="*/ 1117600 w 1253067"/>
              <a:gd name="connsiteY1" fmla="*/ 6866467 h 6874934"/>
              <a:gd name="connsiteX2" fmla="*/ 1244600 w 1253067"/>
              <a:gd name="connsiteY2" fmla="*/ 6874934 h 6874934"/>
              <a:gd name="connsiteX3" fmla="*/ 1253067 w 1253067"/>
              <a:gd name="connsiteY3" fmla="*/ 0 h 6874934"/>
              <a:gd name="connsiteX4" fmla="*/ 0 w 1253067"/>
              <a:gd name="connsiteY4" fmla="*/ 0 h 6874934"/>
              <a:gd name="connsiteX0" fmla="*/ 0 w 1270244"/>
              <a:gd name="connsiteY0" fmla="*/ 0 h 6866467"/>
              <a:gd name="connsiteX1" fmla="*/ 1117600 w 1270244"/>
              <a:gd name="connsiteY1" fmla="*/ 6866467 h 6866467"/>
              <a:gd name="connsiteX2" fmla="*/ 1270000 w 1270244"/>
              <a:gd name="connsiteY2" fmla="*/ 6866467 h 6866467"/>
              <a:gd name="connsiteX3" fmla="*/ 1253067 w 1270244"/>
              <a:gd name="connsiteY3" fmla="*/ 0 h 6866467"/>
              <a:gd name="connsiteX4" fmla="*/ 0 w 1270244"/>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9" name="Freeform 28"/>
          <p:cNvSpPr/>
          <p:nvPr/>
        </p:nvSpPr>
        <p:spPr>
          <a:xfrm>
            <a:off x="8060297" y="4893733"/>
            <a:ext cx="1094086" cy="1964267"/>
          </a:xfrm>
          <a:custGeom>
            <a:avLst/>
            <a:gdLst>
              <a:gd name="connsiteX0" fmla="*/ 0 w 1820333"/>
              <a:gd name="connsiteY0" fmla="*/ 3268133 h 3268133"/>
              <a:gd name="connsiteX1" fmla="*/ 1811866 w 1820333"/>
              <a:gd name="connsiteY1" fmla="*/ 0 h 3268133"/>
              <a:gd name="connsiteX2" fmla="*/ 1820333 w 1820333"/>
              <a:gd name="connsiteY2" fmla="*/ 3259666 h 3268133"/>
              <a:gd name="connsiteX3" fmla="*/ 0 w 1820333"/>
              <a:gd name="connsiteY3" fmla="*/ 3268133 h 3268133"/>
            </a:gdLst>
            <a:ahLst/>
            <a:cxnLst>
              <a:cxn ang="0">
                <a:pos x="connsiteX0" y="connsiteY0"/>
              </a:cxn>
              <a:cxn ang="0">
                <a:pos x="connsiteX1" y="connsiteY1"/>
              </a:cxn>
              <a:cxn ang="0">
                <a:pos x="connsiteX2" y="connsiteY2"/>
              </a:cxn>
              <a:cxn ang="0">
                <a:pos x="connsiteX3" y="connsiteY3"/>
              </a:cxn>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889002" y="2160983"/>
            <a:ext cx="280870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21627" y="2737246"/>
            <a:ext cx="3076084" cy="3304117"/>
          </a:xfrm>
        </p:spPr>
        <p:txBody>
          <a:bodyPr>
            <a:normAutofit/>
          </a:bodyPr>
          <a:lstStyle>
            <a:lvl1pPr>
              <a:defRPr sz="1800"/>
            </a:lvl1pPr>
            <a:lvl2pPr>
              <a:defRPr sz="1600"/>
            </a:lvl2pPr>
            <a:lvl3pPr>
              <a:defRPr sz="1400"/>
            </a:lvl3pPr>
            <a:lvl4pPr>
              <a:defRPr sz="1200"/>
            </a:lvl4pPr>
            <a:lvl5pPr>
              <a:defRPr sz="12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133103" y="2160983"/>
            <a:ext cx="282421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3866918" y="2737246"/>
            <a:ext cx="3090396" cy="3304117"/>
          </a:xfrm>
        </p:spPr>
        <p:txBody>
          <a:bodyPr>
            <a:normAutofit/>
          </a:bodyPr>
          <a:lstStyle>
            <a:lvl1pPr>
              <a:defRPr sz="1800"/>
            </a:lvl1pPr>
            <a:lvl2pPr>
              <a:defRPr sz="1600"/>
            </a:lvl2pPr>
            <a:lvl3pPr>
              <a:defRPr sz="1400"/>
            </a:lvl3pPr>
            <a:lvl4pPr>
              <a:defRPr sz="1200"/>
            </a:lvl4pPr>
            <a:lvl5pPr>
              <a:defRPr sz="12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5B5BEF2-1CD6-4A07-B3B7-D4ED708CF93F}" type="datetimeFigureOut">
              <a:rPr lang="fi-FI" smtClean="0"/>
              <a:t>22.9.2012</a:t>
            </a:fld>
            <a:endParaRPr lang="fi-FI"/>
          </a:p>
        </p:txBody>
      </p:sp>
      <p:sp>
        <p:nvSpPr>
          <p:cNvPr id="8" name="Footer Placeholder 7"/>
          <p:cNvSpPr>
            <a:spLocks noGrp="1"/>
          </p:cNvSpPr>
          <p:nvPr>
            <p:ph type="ftr" sz="quarter" idx="11"/>
          </p:nvPr>
        </p:nvSpPr>
        <p:spPr/>
        <p:txBody>
          <a:bodyPr/>
          <a:lstStyle/>
          <a:p>
            <a:endParaRPr lang="fi-FI"/>
          </a:p>
        </p:txBody>
      </p:sp>
      <p:sp>
        <p:nvSpPr>
          <p:cNvPr id="9" name="Slide Number Placeholder 8"/>
          <p:cNvSpPr>
            <a:spLocks noGrp="1"/>
          </p:cNvSpPr>
          <p:nvPr>
            <p:ph type="sldNum" sz="quarter" idx="12"/>
          </p:nvPr>
        </p:nvSpPr>
        <p:spPr/>
        <p:txBody>
          <a:bodyPr/>
          <a:lstStyle/>
          <a:p>
            <a:fld id="{8A1D0451-5C4B-4195-93C3-0D9F295A816D}" type="slidenum">
              <a:rPr lang="fi-FI" smtClean="0"/>
              <a:t>‹#›</a:t>
            </a:fld>
            <a:endParaRPr lang="fi-FI"/>
          </a:p>
        </p:txBody>
      </p:sp>
    </p:spTree>
    <p:extLst>
      <p:ext uri="{BB962C8B-B14F-4D97-AF65-F5344CB8AC3E}">
        <p14:creationId xmlns:p14="http://schemas.microsoft.com/office/powerpoint/2010/main" val="5724023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6" name="Freeform 25"/>
          <p:cNvSpPr/>
          <p:nvPr/>
        </p:nvSpPr>
        <p:spPr>
          <a:xfrm>
            <a:off x="-8467" y="4013200"/>
            <a:ext cx="457200" cy="2853267"/>
          </a:xfrm>
          <a:custGeom>
            <a:avLst/>
            <a:gdLst>
              <a:gd name="connsiteX0" fmla="*/ 0 w 457200"/>
              <a:gd name="connsiteY0" fmla="*/ 0 h 2853267"/>
              <a:gd name="connsiteX1" fmla="*/ 457200 w 457200"/>
              <a:gd name="connsiteY1" fmla="*/ 2853267 h 2853267"/>
              <a:gd name="connsiteX2" fmla="*/ 0 w 457200"/>
              <a:gd name="connsiteY2" fmla="*/ 2844800 h 2853267"/>
              <a:gd name="connsiteX3" fmla="*/ 0 w 457200"/>
              <a:gd name="connsiteY3" fmla="*/ 0 h 2853267"/>
            </a:gdLst>
            <a:ahLst/>
            <a:cxnLst>
              <a:cxn ang="0">
                <a:pos x="connsiteX0" y="connsiteY0"/>
              </a:cxn>
              <a:cxn ang="0">
                <a:pos x="connsiteX1" y="connsiteY1"/>
              </a:cxn>
              <a:cxn ang="0">
                <a:pos x="connsiteX2" y="connsiteY2"/>
              </a:cxn>
              <a:cxn ang="0">
                <a:pos x="connsiteX3" y="connsiteY3"/>
              </a:cxn>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a:p>
        </p:txBody>
      </p:sp>
      <p:cxnSp>
        <p:nvCxnSpPr>
          <p:cNvPr id="16" name="Straight Connector 15"/>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gd name="connsiteX0" fmla="*/ 2023534 w 3005667"/>
              <a:gd name="connsiteY0" fmla="*/ 8467 h 6866467"/>
              <a:gd name="connsiteX1" fmla="*/ 0 w 3005667"/>
              <a:gd name="connsiteY1" fmla="*/ 6866467 h 6866467"/>
              <a:gd name="connsiteX2" fmla="*/ 2997200 w 3005667"/>
              <a:gd name="connsiteY2" fmla="*/ 6858000 h 6866467"/>
              <a:gd name="connsiteX3" fmla="*/ 3005667 w 3005667"/>
              <a:gd name="connsiteY3" fmla="*/ 0 h 6866467"/>
              <a:gd name="connsiteX4" fmla="*/ 2023534 w 3005667"/>
              <a:gd name="connsiteY4" fmla="*/ 8467 h 6866467"/>
              <a:gd name="connsiteX0" fmla="*/ 2023534 w 2997208"/>
              <a:gd name="connsiteY0" fmla="*/ 0 h 6858000"/>
              <a:gd name="connsiteX1" fmla="*/ 0 w 2997208"/>
              <a:gd name="connsiteY1" fmla="*/ 6858000 h 6858000"/>
              <a:gd name="connsiteX2" fmla="*/ 2997200 w 2997208"/>
              <a:gd name="connsiteY2" fmla="*/ 6849533 h 6858000"/>
              <a:gd name="connsiteX3" fmla="*/ 2260600 w 2997208"/>
              <a:gd name="connsiteY3" fmla="*/ 8466 h 6858000"/>
              <a:gd name="connsiteX4" fmla="*/ 2023534 w 2997208"/>
              <a:gd name="connsiteY4" fmla="*/ 0 h 6858000"/>
              <a:gd name="connsiteX0" fmla="*/ 2023534 w 2269442"/>
              <a:gd name="connsiteY0" fmla="*/ 0 h 6866466"/>
              <a:gd name="connsiteX1" fmla="*/ 0 w 2269442"/>
              <a:gd name="connsiteY1" fmla="*/ 6858000 h 6866466"/>
              <a:gd name="connsiteX2" fmla="*/ 2269067 w 2269442"/>
              <a:gd name="connsiteY2" fmla="*/ 6866466 h 6866466"/>
              <a:gd name="connsiteX3" fmla="*/ 2260600 w 2269442"/>
              <a:gd name="connsiteY3" fmla="*/ 8466 h 6866466"/>
              <a:gd name="connsiteX4" fmla="*/ 2023534 w 2269442"/>
              <a:gd name="connsiteY4" fmla="*/ 0 h 6866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Freeform 19"/>
          <p:cNvSpPr/>
          <p:nvPr/>
        </p:nvSpPr>
        <p:spPr>
          <a:xfrm>
            <a:off x="7205158" y="-8467"/>
            <a:ext cx="1948147" cy="6866467"/>
          </a:xfrm>
          <a:custGeom>
            <a:avLst/>
            <a:gdLst>
              <a:gd name="connsiteX0" fmla="*/ 0 w 2590800"/>
              <a:gd name="connsiteY0" fmla="*/ 0 h 6866467"/>
              <a:gd name="connsiteX1" fmla="*/ 1202267 w 2590800"/>
              <a:gd name="connsiteY1" fmla="*/ 6866467 h 6866467"/>
              <a:gd name="connsiteX2" fmla="*/ 2590800 w 2590800"/>
              <a:gd name="connsiteY2" fmla="*/ 6866467 h 6866467"/>
              <a:gd name="connsiteX3" fmla="*/ 2582333 w 2590800"/>
              <a:gd name="connsiteY3" fmla="*/ 0 h 6866467"/>
              <a:gd name="connsiteX4" fmla="*/ 0 w 2590800"/>
              <a:gd name="connsiteY4" fmla="*/ 0 h 6866467"/>
              <a:gd name="connsiteX0" fmla="*/ 0 w 2590800"/>
              <a:gd name="connsiteY0" fmla="*/ 0 h 6866467"/>
              <a:gd name="connsiteX1" fmla="*/ 1202267 w 2590800"/>
              <a:gd name="connsiteY1" fmla="*/ 6866467 h 6866467"/>
              <a:gd name="connsiteX2" fmla="*/ 2590800 w 2590800"/>
              <a:gd name="connsiteY2" fmla="*/ 6866467 h 6866467"/>
              <a:gd name="connsiteX3" fmla="*/ 1947333 w 2590800"/>
              <a:gd name="connsiteY3" fmla="*/ 0 h 6866467"/>
              <a:gd name="connsiteX4" fmla="*/ 0 w 2590800"/>
              <a:gd name="connsiteY4" fmla="*/ 0 h 6866467"/>
              <a:gd name="connsiteX0" fmla="*/ 0 w 1948147"/>
              <a:gd name="connsiteY0" fmla="*/ 0 h 6866467"/>
              <a:gd name="connsiteX1" fmla="*/ 1202267 w 1948147"/>
              <a:gd name="connsiteY1" fmla="*/ 6866467 h 6866467"/>
              <a:gd name="connsiteX2" fmla="*/ 1947333 w 1948147"/>
              <a:gd name="connsiteY2" fmla="*/ 6866467 h 6866467"/>
              <a:gd name="connsiteX3" fmla="*/ 1947333 w 1948147"/>
              <a:gd name="connsiteY3" fmla="*/ 0 h 6866467"/>
              <a:gd name="connsiteX4" fmla="*/ 0 w 1948147"/>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Freeform 20"/>
          <p:cNvSpPr/>
          <p:nvPr/>
        </p:nvSpPr>
        <p:spPr>
          <a:xfrm>
            <a:off x="6637896" y="3920066"/>
            <a:ext cx="2513565" cy="2937933"/>
          </a:xfrm>
          <a:custGeom>
            <a:avLst/>
            <a:gdLst>
              <a:gd name="connsiteX0" fmla="*/ 0 w 3259667"/>
              <a:gd name="connsiteY0" fmla="*/ 3810000 h 3810000"/>
              <a:gd name="connsiteX1" fmla="*/ 3251200 w 3259667"/>
              <a:gd name="connsiteY1" fmla="*/ 0 h 3810000"/>
              <a:gd name="connsiteX2" fmla="*/ 3259667 w 3259667"/>
              <a:gd name="connsiteY2" fmla="*/ 3810000 h 3810000"/>
              <a:gd name="connsiteX3" fmla="*/ 0 w 3259667"/>
              <a:gd name="connsiteY3" fmla="*/ 3810000 h 3810000"/>
            </a:gdLst>
            <a:ahLst/>
            <a:cxnLst>
              <a:cxn ang="0">
                <a:pos x="connsiteX0" y="connsiteY0"/>
              </a:cxn>
              <a:cxn ang="0">
                <a:pos x="connsiteX1" y="connsiteY1"/>
              </a:cxn>
              <a:cxn ang="0">
                <a:pos x="connsiteX2" y="connsiteY2"/>
              </a:cxn>
              <a:cxn ang="0">
                <a:pos x="connsiteX3" y="connsiteY3"/>
              </a:cxn>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Freeform 21"/>
          <p:cNvSpPr/>
          <p:nvPr/>
        </p:nvSpPr>
        <p:spPr>
          <a:xfrm>
            <a:off x="7010429" y="-8467"/>
            <a:ext cx="2142876" cy="6866467"/>
          </a:xfrm>
          <a:custGeom>
            <a:avLst/>
            <a:gdLst>
              <a:gd name="connsiteX0" fmla="*/ 0 w 2853267"/>
              <a:gd name="connsiteY0" fmla="*/ 0 h 6866467"/>
              <a:gd name="connsiteX1" fmla="*/ 2472267 w 2853267"/>
              <a:gd name="connsiteY1" fmla="*/ 6866467 h 6866467"/>
              <a:gd name="connsiteX2" fmla="*/ 2853267 w 2853267"/>
              <a:gd name="connsiteY2" fmla="*/ 6858000 h 6866467"/>
              <a:gd name="connsiteX3" fmla="*/ 2853267 w 2853267"/>
              <a:gd name="connsiteY3" fmla="*/ 0 h 6866467"/>
              <a:gd name="connsiteX4" fmla="*/ 0 w 2853267"/>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Freeform 22"/>
          <p:cNvSpPr/>
          <p:nvPr/>
        </p:nvSpPr>
        <p:spPr>
          <a:xfrm>
            <a:off x="8295776" y="-8467"/>
            <a:ext cx="857530" cy="6866467"/>
          </a:xfrm>
          <a:custGeom>
            <a:avLst/>
            <a:gdLst>
              <a:gd name="connsiteX0" fmla="*/ 1016000 w 1286933"/>
              <a:gd name="connsiteY0" fmla="*/ 0 h 6866467"/>
              <a:gd name="connsiteX1" fmla="*/ 0 w 1286933"/>
              <a:gd name="connsiteY1" fmla="*/ 6866467 h 6866467"/>
              <a:gd name="connsiteX2" fmla="*/ 1286933 w 1286933"/>
              <a:gd name="connsiteY2" fmla="*/ 6866467 h 6866467"/>
              <a:gd name="connsiteX3" fmla="*/ 1278466 w 1286933"/>
              <a:gd name="connsiteY3" fmla="*/ 0 h 6866467"/>
              <a:gd name="connsiteX4" fmla="*/ 1016000 w 1286933"/>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Freeform 23"/>
          <p:cNvSpPr/>
          <p:nvPr/>
        </p:nvSpPr>
        <p:spPr>
          <a:xfrm>
            <a:off x="8077231" y="-8468"/>
            <a:ext cx="1066770" cy="6866467"/>
          </a:xfrm>
          <a:custGeom>
            <a:avLst/>
            <a:gdLst>
              <a:gd name="connsiteX0" fmla="*/ 0 w 1244600"/>
              <a:gd name="connsiteY0" fmla="*/ 0 h 6874934"/>
              <a:gd name="connsiteX1" fmla="*/ 1117600 w 1244600"/>
              <a:gd name="connsiteY1" fmla="*/ 6866467 h 6874934"/>
              <a:gd name="connsiteX2" fmla="*/ 1244600 w 1244600"/>
              <a:gd name="connsiteY2" fmla="*/ 6874934 h 6874934"/>
              <a:gd name="connsiteX3" fmla="*/ 1236134 w 1244600"/>
              <a:gd name="connsiteY3" fmla="*/ 0 h 6874934"/>
              <a:gd name="connsiteX4" fmla="*/ 0 w 1244600"/>
              <a:gd name="connsiteY4" fmla="*/ 0 h 6874934"/>
              <a:gd name="connsiteX0" fmla="*/ 0 w 1253067"/>
              <a:gd name="connsiteY0" fmla="*/ 0 h 6874934"/>
              <a:gd name="connsiteX1" fmla="*/ 1117600 w 1253067"/>
              <a:gd name="connsiteY1" fmla="*/ 6866467 h 6874934"/>
              <a:gd name="connsiteX2" fmla="*/ 1244600 w 1253067"/>
              <a:gd name="connsiteY2" fmla="*/ 6874934 h 6874934"/>
              <a:gd name="connsiteX3" fmla="*/ 1253067 w 1253067"/>
              <a:gd name="connsiteY3" fmla="*/ 0 h 6874934"/>
              <a:gd name="connsiteX4" fmla="*/ 0 w 1253067"/>
              <a:gd name="connsiteY4" fmla="*/ 0 h 6874934"/>
              <a:gd name="connsiteX0" fmla="*/ 0 w 1270244"/>
              <a:gd name="connsiteY0" fmla="*/ 0 h 6866467"/>
              <a:gd name="connsiteX1" fmla="*/ 1117600 w 1270244"/>
              <a:gd name="connsiteY1" fmla="*/ 6866467 h 6866467"/>
              <a:gd name="connsiteX2" fmla="*/ 1270000 w 1270244"/>
              <a:gd name="connsiteY2" fmla="*/ 6866467 h 6866467"/>
              <a:gd name="connsiteX3" fmla="*/ 1253067 w 1270244"/>
              <a:gd name="connsiteY3" fmla="*/ 0 h 6866467"/>
              <a:gd name="connsiteX4" fmla="*/ 0 w 1270244"/>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5" name="Freeform 24"/>
          <p:cNvSpPr/>
          <p:nvPr/>
        </p:nvSpPr>
        <p:spPr>
          <a:xfrm>
            <a:off x="8060297" y="4893733"/>
            <a:ext cx="1094086" cy="1964267"/>
          </a:xfrm>
          <a:custGeom>
            <a:avLst/>
            <a:gdLst>
              <a:gd name="connsiteX0" fmla="*/ 0 w 1820333"/>
              <a:gd name="connsiteY0" fmla="*/ 3268133 h 3268133"/>
              <a:gd name="connsiteX1" fmla="*/ 1811866 w 1820333"/>
              <a:gd name="connsiteY1" fmla="*/ 0 h 3268133"/>
              <a:gd name="connsiteX2" fmla="*/ 1820333 w 1820333"/>
              <a:gd name="connsiteY2" fmla="*/ 3259666 h 3268133"/>
              <a:gd name="connsiteX3" fmla="*/ 0 w 1820333"/>
              <a:gd name="connsiteY3" fmla="*/ 3268133 h 3268133"/>
            </a:gdLst>
            <a:ahLst/>
            <a:cxnLst>
              <a:cxn ang="0">
                <a:pos x="connsiteX0" y="connsiteY0"/>
              </a:cxn>
              <a:cxn ang="0">
                <a:pos x="connsiteX1" y="connsiteY1"/>
              </a:cxn>
              <a:cxn ang="0">
                <a:pos x="connsiteX2" y="connsiteY2"/>
              </a:cxn>
              <a:cxn ang="0">
                <a:pos x="connsiteX3" y="connsiteY3"/>
              </a:cxn>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09599" y="609600"/>
            <a:ext cx="6347714" cy="1320800"/>
          </a:xfrm>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5B5BEF2-1CD6-4A07-B3B7-D4ED708CF93F}" type="datetimeFigureOut">
              <a:rPr lang="fi-FI" smtClean="0"/>
              <a:t>22.9.2012</a:t>
            </a:fld>
            <a:endParaRPr lang="fi-FI"/>
          </a:p>
        </p:txBody>
      </p:sp>
      <p:sp>
        <p:nvSpPr>
          <p:cNvPr id="4" name="Footer Placeholder 3"/>
          <p:cNvSpPr>
            <a:spLocks noGrp="1"/>
          </p:cNvSpPr>
          <p:nvPr>
            <p:ph type="ftr" sz="quarter" idx="11"/>
          </p:nvPr>
        </p:nvSpPr>
        <p:spPr/>
        <p:txBody>
          <a:bodyPr/>
          <a:lstStyle/>
          <a:p>
            <a:endParaRPr lang="fi-FI"/>
          </a:p>
        </p:txBody>
      </p:sp>
      <p:sp>
        <p:nvSpPr>
          <p:cNvPr id="5" name="Slide Number Placeholder 4"/>
          <p:cNvSpPr>
            <a:spLocks noGrp="1"/>
          </p:cNvSpPr>
          <p:nvPr>
            <p:ph type="sldNum" sz="quarter" idx="12"/>
          </p:nvPr>
        </p:nvSpPr>
        <p:spPr/>
        <p:txBody>
          <a:bodyPr/>
          <a:lstStyle/>
          <a:p>
            <a:fld id="{8A1D0451-5C4B-4195-93C3-0D9F295A816D}" type="slidenum">
              <a:rPr lang="fi-FI" smtClean="0"/>
              <a:t>‹#›</a:t>
            </a:fld>
            <a:endParaRPr lang="fi-FI"/>
          </a:p>
        </p:txBody>
      </p:sp>
    </p:spTree>
    <p:extLst>
      <p:ext uri="{BB962C8B-B14F-4D97-AF65-F5344CB8AC3E}">
        <p14:creationId xmlns:p14="http://schemas.microsoft.com/office/powerpoint/2010/main" val="20173392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6" name="Freeform 25"/>
          <p:cNvSpPr/>
          <p:nvPr/>
        </p:nvSpPr>
        <p:spPr>
          <a:xfrm>
            <a:off x="-8467" y="4013200"/>
            <a:ext cx="457200" cy="2853267"/>
          </a:xfrm>
          <a:custGeom>
            <a:avLst/>
            <a:gdLst>
              <a:gd name="connsiteX0" fmla="*/ 0 w 457200"/>
              <a:gd name="connsiteY0" fmla="*/ 0 h 2853267"/>
              <a:gd name="connsiteX1" fmla="*/ 457200 w 457200"/>
              <a:gd name="connsiteY1" fmla="*/ 2853267 h 2853267"/>
              <a:gd name="connsiteX2" fmla="*/ 0 w 457200"/>
              <a:gd name="connsiteY2" fmla="*/ 2844800 h 2853267"/>
              <a:gd name="connsiteX3" fmla="*/ 0 w 457200"/>
              <a:gd name="connsiteY3" fmla="*/ 0 h 2853267"/>
            </a:gdLst>
            <a:ahLst/>
            <a:cxnLst>
              <a:cxn ang="0">
                <a:pos x="connsiteX0" y="connsiteY0"/>
              </a:cxn>
              <a:cxn ang="0">
                <a:pos x="connsiteX1" y="connsiteY1"/>
              </a:cxn>
              <a:cxn ang="0">
                <a:pos x="connsiteX2" y="connsiteY2"/>
              </a:cxn>
              <a:cxn ang="0">
                <a:pos x="connsiteX3" y="connsiteY3"/>
              </a:cxn>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a:p>
        </p:txBody>
      </p:sp>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gd name="connsiteX0" fmla="*/ 2023534 w 3005667"/>
              <a:gd name="connsiteY0" fmla="*/ 8467 h 6866467"/>
              <a:gd name="connsiteX1" fmla="*/ 0 w 3005667"/>
              <a:gd name="connsiteY1" fmla="*/ 6866467 h 6866467"/>
              <a:gd name="connsiteX2" fmla="*/ 2997200 w 3005667"/>
              <a:gd name="connsiteY2" fmla="*/ 6858000 h 6866467"/>
              <a:gd name="connsiteX3" fmla="*/ 3005667 w 3005667"/>
              <a:gd name="connsiteY3" fmla="*/ 0 h 6866467"/>
              <a:gd name="connsiteX4" fmla="*/ 2023534 w 3005667"/>
              <a:gd name="connsiteY4" fmla="*/ 8467 h 6866467"/>
              <a:gd name="connsiteX0" fmla="*/ 2023534 w 2997208"/>
              <a:gd name="connsiteY0" fmla="*/ 0 h 6858000"/>
              <a:gd name="connsiteX1" fmla="*/ 0 w 2997208"/>
              <a:gd name="connsiteY1" fmla="*/ 6858000 h 6858000"/>
              <a:gd name="connsiteX2" fmla="*/ 2997200 w 2997208"/>
              <a:gd name="connsiteY2" fmla="*/ 6849533 h 6858000"/>
              <a:gd name="connsiteX3" fmla="*/ 2260600 w 2997208"/>
              <a:gd name="connsiteY3" fmla="*/ 8466 h 6858000"/>
              <a:gd name="connsiteX4" fmla="*/ 2023534 w 2997208"/>
              <a:gd name="connsiteY4" fmla="*/ 0 h 6858000"/>
              <a:gd name="connsiteX0" fmla="*/ 2023534 w 2269442"/>
              <a:gd name="connsiteY0" fmla="*/ 0 h 6866466"/>
              <a:gd name="connsiteX1" fmla="*/ 0 w 2269442"/>
              <a:gd name="connsiteY1" fmla="*/ 6858000 h 6866466"/>
              <a:gd name="connsiteX2" fmla="*/ 2269067 w 2269442"/>
              <a:gd name="connsiteY2" fmla="*/ 6866466 h 6866466"/>
              <a:gd name="connsiteX3" fmla="*/ 2260600 w 2269442"/>
              <a:gd name="connsiteY3" fmla="*/ 8466 h 6866466"/>
              <a:gd name="connsiteX4" fmla="*/ 2023534 w 2269442"/>
              <a:gd name="connsiteY4" fmla="*/ 0 h 6866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Freeform 19"/>
          <p:cNvSpPr/>
          <p:nvPr/>
        </p:nvSpPr>
        <p:spPr>
          <a:xfrm>
            <a:off x="7205158" y="-8467"/>
            <a:ext cx="1948147" cy="6866467"/>
          </a:xfrm>
          <a:custGeom>
            <a:avLst/>
            <a:gdLst>
              <a:gd name="connsiteX0" fmla="*/ 0 w 2590800"/>
              <a:gd name="connsiteY0" fmla="*/ 0 h 6866467"/>
              <a:gd name="connsiteX1" fmla="*/ 1202267 w 2590800"/>
              <a:gd name="connsiteY1" fmla="*/ 6866467 h 6866467"/>
              <a:gd name="connsiteX2" fmla="*/ 2590800 w 2590800"/>
              <a:gd name="connsiteY2" fmla="*/ 6866467 h 6866467"/>
              <a:gd name="connsiteX3" fmla="*/ 2582333 w 2590800"/>
              <a:gd name="connsiteY3" fmla="*/ 0 h 6866467"/>
              <a:gd name="connsiteX4" fmla="*/ 0 w 2590800"/>
              <a:gd name="connsiteY4" fmla="*/ 0 h 6866467"/>
              <a:gd name="connsiteX0" fmla="*/ 0 w 2590800"/>
              <a:gd name="connsiteY0" fmla="*/ 0 h 6866467"/>
              <a:gd name="connsiteX1" fmla="*/ 1202267 w 2590800"/>
              <a:gd name="connsiteY1" fmla="*/ 6866467 h 6866467"/>
              <a:gd name="connsiteX2" fmla="*/ 2590800 w 2590800"/>
              <a:gd name="connsiteY2" fmla="*/ 6866467 h 6866467"/>
              <a:gd name="connsiteX3" fmla="*/ 1947333 w 2590800"/>
              <a:gd name="connsiteY3" fmla="*/ 0 h 6866467"/>
              <a:gd name="connsiteX4" fmla="*/ 0 w 2590800"/>
              <a:gd name="connsiteY4" fmla="*/ 0 h 6866467"/>
              <a:gd name="connsiteX0" fmla="*/ 0 w 1948147"/>
              <a:gd name="connsiteY0" fmla="*/ 0 h 6866467"/>
              <a:gd name="connsiteX1" fmla="*/ 1202267 w 1948147"/>
              <a:gd name="connsiteY1" fmla="*/ 6866467 h 6866467"/>
              <a:gd name="connsiteX2" fmla="*/ 1947333 w 1948147"/>
              <a:gd name="connsiteY2" fmla="*/ 6866467 h 6866467"/>
              <a:gd name="connsiteX3" fmla="*/ 1947333 w 1948147"/>
              <a:gd name="connsiteY3" fmla="*/ 0 h 6866467"/>
              <a:gd name="connsiteX4" fmla="*/ 0 w 1948147"/>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Freeform 20"/>
          <p:cNvSpPr/>
          <p:nvPr/>
        </p:nvSpPr>
        <p:spPr>
          <a:xfrm>
            <a:off x="6637896" y="3920066"/>
            <a:ext cx="2513565" cy="2937933"/>
          </a:xfrm>
          <a:custGeom>
            <a:avLst/>
            <a:gdLst>
              <a:gd name="connsiteX0" fmla="*/ 0 w 3259667"/>
              <a:gd name="connsiteY0" fmla="*/ 3810000 h 3810000"/>
              <a:gd name="connsiteX1" fmla="*/ 3251200 w 3259667"/>
              <a:gd name="connsiteY1" fmla="*/ 0 h 3810000"/>
              <a:gd name="connsiteX2" fmla="*/ 3259667 w 3259667"/>
              <a:gd name="connsiteY2" fmla="*/ 3810000 h 3810000"/>
              <a:gd name="connsiteX3" fmla="*/ 0 w 3259667"/>
              <a:gd name="connsiteY3" fmla="*/ 3810000 h 3810000"/>
            </a:gdLst>
            <a:ahLst/>
            <a:cxnLst>
              <a:cxn ang="0">
                <a:pos x="connsiteX0" y="connsiteY0"/>
              </a:cxn>
              <a:cxn ang="0">
                <a:pos x="connsiteX1" y="connsiteY1"/>
              </a:cxn>
              <a:cxn ang="0">
                <a:pos x="connsiteX2" y="connsiteY2"/>
              </a:cxn>
              <a:cxn ang="0">
                <a:pos x="connsiteX3" y="connsiteY3"/>
              </a:cxn>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Freeform 21"/>
          <p:cNvSpPr/>
          <p:nvPr/>
        </p:nvSpPr>
        <p:spPr>
          <a:xfrm>
            <a:off x="7010429" y="-8467"/>
            <a:ext cx="2142876" cy="6866467"/>
          </a:xfrm>
          <a:custGeom>
            <a:avLst/>
            <a:gdLst>
              <a:gd name="connsiteX0" fmla="*/ 0 w 2853267"/>
              <a:gd name="connsiteY0" fmla="*/ 0 h 6866467"/>
              <a:gd name="connsiteX1" fmla="*/ 2472267 w 2853267"/>
              <a:gd name="connsiteY1" fmla="*/ 6866467 h 6866467"/>
              <a:gd name="connsiteX2" fmla="*/ 2853267 w 2853267"/>
              <a:gd name="connsiteY2" fmla="*/ 6858000 h 6866467"/>
              <a:gd name="connsiteX3" fmla="*/ 2853267 w 2853267"/>
              <a:gd name="connsiteY3" fmla="*/ 0 h 6866467"/>
              <a:gd name="connsiteX4" fmla="*/ 0 w 2853267"/>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Freeform 22"/>
          <p:cNvSpPr/>
          <p:nvPr/>
        </p:nvSpPr>
        <p:spPr>
          <a:xfrm>
            <a:off x="8295776" y="-8467"/>
            <a:ext cx="857530" cy="6866467"/>
          </a:xfrm>
          <a:custGeom>
            <a:avLst/>
            <a:gdLst>
              <a:gd name="connsiteX0" fmla="*/ 1016000 w 1286933"/>
              <a:gd name="connsiteY0" fmla="*/ 0 h 6866467"/>
              <a:gd name="connsiteX1" fmla="*/ 0 w 1286933"/>
              <a:gd name="connsiteY1" fmla="*/ 6866467 h 6866467"/>
              <a:gd name="connsiteX2" fmla="*/ 1286933 w 1286933"/>
              <a:gd name="connsiteY2" fmla="*/ 6866467 h 6866467"/>
              <a:gd name="connsiteX3" fmla="*/ 1278466 w 1286933"/>
              <a:gd name="connsiteY3" fmla="*/ 0 h 6866467"/>
              <a:gd name="connsiteX4" fmla="*/ 1016000 w 1286933"/>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Freeform 23"/>
          <p:cNvSpPr/>
          <p:nvPr/>
        </p:nvSpPr>
        <p:spPr>
          <a:xfrm>
            <a:off x="8077231" y="-8468"/>
            <a:ext cx="1066770" cy="6866467"/>
          </a:xfrm>
          <a:custGeom>
            <a:avLst/>
            <a:gdLst>
              <a:gd name="connsiteX0" fmla="*/ 0 w 1244600"/>
              <a:gd name="connsiteY0" fmla="*/ 0 h 6874934"/>
              <a:gd name="connsiteX1" fmla="*/ 1117600 w 1244600"/>
              <a:gd name="connsiteY1" fmla="*/ 6866467 h 6874934"/>
              <a:gd name="connsiteX2" fmla="*/ 1244600 w 1244600"/>
              <a:gd name="connsiteY2" fmla="*/ 6874934 h 6874934"/>
              <a:gd name="connsiteX3" fmla="*/ 1236134 w 1244600"/>
              <a:gd name="connsiteY3" fmla="*/ 0 h 6874934"/>
              <a:gd name="connsiteX4" fmla="*/ 0 w 1244600"/>
              <a:gd name="connsiteY4" fmla="*/ 0 h 6874934"/>
              <a:gd name="connsiteX0" fmla="*/ 0 w 1253067"/>
              <a:gd name="connsiteY0" fmla="*/ 0 h 6874934"/>
              <a:gd name="connsiteX1" fmla="*/ 1117600 w 1253067"/>
              <a:gd name="connsiteY1" fmla="*/ 6866467 h 6874934"/>
              <a:gd name="connsiteX2" fmla="*/ 1244600 w 1253067"/>
              <a:gd name="connsiteY2" fmla="*/ 6874934 h 6874934"/>
              <a:gd name="connsiteX3" fmla="*/ 1253067 w 1253067"/>
              <a:gd name="connsiteY3" fmla="*/ 0 h 6874934"/>
              <a:gd name="connsiteX4" fmla="*/ 0 w 1253067"/>
              <a:gd name="connsiteY4" fmla="*/ 0 h 6874934"/>
              <a:gd name="connsiteX0" fmla="*/ 0 w 1270244"/>
              <a:gd name="connsiteY0" fmla="*/ 0 h 6866467"/>
              <a:gd name="connsiteX1" fmla="*/ 1117600 w 1270244"/>
              <a:gd name="connsiteY1" fmla="*/ 6866467 h 6866467"/>
              <a:gd name="connsiteX2" fmla="*/ 1270000 w 1270244"/>
              <a:gd name="connsiteY2" fmla="*/ 6866467 h 6866467"/>
              <a:gd name="connsiteX3" fmla="*/ 1253067 w 1270244"/>
              <a:gd name="connsiteY3" fmla="*/ 0 h 6866467"/>
              <a:gd name="connsiteX4" fmla="*/ 0 w 1270244"/>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5" name="Freeform 24"/>
          <p:cNvSpPr/>
          <p:nvPr/>
        </p:nvSpPr>
        <p:spPr>
          <a:xfrm>
            <a:off x="8060297" y="4893733"/>
            <a:ext cx="1094086" cy="1964267"/>
          </a:xfrm>
          <a:custGeom>
            <a:avLst/>
            <a:gdLst>
              <a:gd name="connsiteX0" fmla="*/ 0 w 1820333"/>
              <a:gd name="connsiteY0" fmla="*/ 3268133 h 3268133"/>
              <a:gd name="connsiteX1" fmla="*/ 1811866 w 1820333"/>
              <a:gd name="connsiteY1" fmla="*/ 0 h 3268133"/>
              <a:gd name="connsiteX2" fmla="*/ 1820333 w 1820333"/>
              <a:gd name="connsiteY2" fmla="*/ 3259666 h 3268133"/>
              <a:gd name="connsiteX3" fmla="*/ 0 w 1820333"/>
              <a:gd name="connsiteY3" fmla="*/ 3268133 h 3268133"/>
            </a:gdLst>
            <a:ahLst/>
            <a:cxnLst>
              <a:cxn ang="0">
                <a:pos x="connsiteX0" y="connsiteY0"/>
              </a:cxn>
              <a:cxn ang="0">
                <a:pos x="connsiteX1" y="connsiteY1"/>
              </a:cxn>
              <a:cxn ang="0">
                <a:pos x="connsiteX2" y="connsiteY2"/>
              </a:cxn>
              <a:cxn ang="0">
                <a:pos x="connsiteX3" y="connsiteY3"/>
              </a:cxn>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Date Placeholder 1"/>
          <p:cNvSpPr>
            <a:spLocks noGrp="1"/>
          </p:cNvSpPr>
          <p:nvPr>
            <p:ph type="dt" sz="half" idx="10"/>
          </p:nvPr>
        </p:nvSpPr>
        <p:spPr/>
        <p:txBody>
          <a:bodyPr/>
          <a:lstStyle/>
          <a:p>
            <a:fld id="{85B5BEF2-1CD6-4A07-B3B7-D4ED708CF93F}" type="datetimeFigureOut">
              <a:rPr lang="fi-FI" smtClean="0"/>
              <a:t>22.9.2012</a:t>
            </a:fld>
            <a:endParaRPr lang="fi-FI"/>
          </a:p>
        </p:txBody>
      </p:sp>
      <p:sp>
        <p:nvSpPr>
          <p:cNvPr id="3" name="Footer Placeholder 2"/>
          <p:cNvSpPr>
            <a:spLocks noGrp="1"/>
          </p:cNvSpPr>
          <p:nvPr>
            <p:ph type="ftr" sz="quarter" idx="11"/>
          </p:nvPr>
        </p:nvSpPr>
        <p:spPr/>
        <p:txBody>
          <a:bodyPr/>
          <a:lstStyle/>
          <a:p>
            <a:endParaRPr lang="fi-FI"/>
          </a:p>
        </p:txBody>
      </p:sp>
      <p:sp>
        <p:nvSpPr>
          <p:cNvPr id="4" name="Slide Number Placeholder 3"/>
          <p:cNvSpPr>
            <a:spLocks noGrp="1"/>
          </p:cNvSpPr>
          <p:nvPr>
            <p:ph type="sldNum" sz="quarter" idx="12"/>
          </p:nvPr>
        </p:nvSpPr>
        <p:spPr/>
        <p:txBody>
          <a:bodyPr/>
          <a:lstStyle/>
          <a:p>
            <a:fld id="{8A1D0451-5C4B-4195-93C3-0D9F295A816D}" type="slidenum">
              <a:rPr lang="fi-FI" smtClean="0"/>
              <a:t>‹#›</a:t>
            </a:fld>
            <a:endParaRPr lang="fi-FI"/>
          </a:p>
        </p:txBody>
      </p:sp>
    </p:spTree>
    <p:extLst>
      <p:ext uri="{BB962C8B-B14F-4D97-AF65-F5344CB8AC3E}">
        <p14:creationId xmlns:p14="http://schemas.microsoft.com/office/powerpoint/2010/main" val="2803569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8" name="Freeform 27"/>
          <p:cNvSpPr/>
          <p:nvPr/>
        </p:nvSpPr>
        <p:spPr>
          <a:xfrm>
            <a:off x="-8467" y="4013200"/>
            <a:ext cx="457200" cy="2853267"/>
          </a:xfrm>
          <a:custGeom>
            <a:avLst/>
            <a:gdLst>
              <a:gd name="connsiteX0" fmla="*/ 0 w 457200"/>
              <a:gd name="connsiteY0" fmla="*/ 0 h 2853267"/>
              <a:gd name="connsiteX1" fmla="*/ 457200 w 457200"/>
              <a:gd name="connsiteY1" fmla="*/ 2853267 h 2853267"/>
              <a:gd name="connsiteX2" fmla="*/ 0 w 457200"/>
              <a:gd name="connsiteY2" fmla="*/ 2844800 h 2853267"/>
              <a:gd name="connsiteX3" fmla="*/ 0 w 457200"/>
              <a:gd name="connsiteY3" fmla="*/ 0 h 2853267"/>
            </a:gdLst>
            <a:ahLst/>
            <a:cxnLst>
              <a:cxn ang="0">
                <a:pos x="connsiteX0" y="connsiteY0"/>
              </a:cxn>
              <a:cxn ang="0">
                <a:pos x="connsiteX1" y="connsiteY1"/>
              </a:cxn>
              <a:cxn ang="0">
                <a:pos x="connsiteX2" y="connsiteY2"/>
              </a:cxn>
              <a:cxn ang="0">
                <a:pos x="connsiteX3" y="connsiteY3"/>
              </a:cxn>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a:p>
        </p:txBody>
      </p:sp>
      <p:cxnSp>
        <p:nvCxnSpPr>
          <p:cNvPr id="19" name="Straight Connector 18"/>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21" name="Freeform 20"/>
          <p:cNvSpPr/>
          <p:nvPr/>
        </p:nvSpPr>
        <p:spPr>
          <a:xfrm>
            <a:off x="6891896" y="1"/>
            <a:ext cx="2269442" cy="6866466"/>
          </a:xfrm>
          <a:custGeom>
            <a:avLst/>
            <a:gdLst>
              <a:gd name="connsiteX0" fmla="*/ 2023534 w 3005667"/>
              <a:gd name="connsiteY0" fmla="*/ 8467 h 6866467"/>
              <a:gd name="connsiteX1" fmla="*/ 0 w 3005667"/>
              <a:gd name="connsiteY1" fmla="*/ 6866467 h 6866467"/>
              <a:gd name="connsiteX2" fmla="*/ 2997200 w 3005667"/>
              <a:gd name="connsiteY2" fmla="*/ 6858000 h 6866467"/>
              <a:gd name="connsiteX3" fmla="*/ 3005667 w 3005667"/>
              <a:gd name="connsiteY3" fmla="*/ 0 h 6866467"/>
              <a:gd name="connsiteX4" fmla="*/ 2023534 w 3005667"/>
              <a:gd name="connsiteY4" fmla="*/ 8467 h 6866467"/>
              <a:gd name="connsiteX0" fmla="*/ 2023534 w 2997208"/>
              <a:gd name="connsiteY0" fmla="*/ 0 h 6858000"/>
              <a:gd name="connsiteX1" fmla="*/ 0 w 2997208"/>
              <a:gd name="connsiteY1" fmla="*/ 6858000 h 6858000"/>
              <a:gd name="connsiteX2" fmla="*/ 2997200 w 2997208"/>
              <a:gd name="connsiteY2" fmla="*/ 6849533 h 6858000"/>
              <a:gd name="connsiteX3" fmla="*/ 2260600 w 2997208"/>
              <a:gd name="connsiteY3" fmla="*/ 8466 h 6858000"/>
              <a:gd name="connsiteX4" fmla="*/ 2023534 w 2997208"/>
              <a:gd name="connsiteY4" fmla="*/ 0 h 6858000"/>
              <a:gd name="connsiteX0" fmla="*/ 2023534 w 2269442"/>
              <a:gd name="connsiteY0" fmla="*/ 0 h 6866466"/>
              <a:gd name="connsiteX1" fmla="*/ 0 w 2269442"/>
              <a:gd name="connsiteY1" fmla="*/ 6858000 h 6866466"/>
              <a:gd name="connsiteX2" fmla="*/ 2269067 w 2269442"/>
              <a:gd name="connsiteY2" fmla="*/ 6866466 h 6866466"/>
              <a:gd name="connsiteX3" fmla="*/ 2260600 w 2269442"/>
              <a:gd name="connsiteY3" fmla="*/ 8466 h 6866466"/>
              <a:gd name="connsiteX4" fmla="*/ 2023534 w 2269442"/>
              <a:gd name="connsiteY4" fmla="*/ 0 h 6866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Freeform 21"/>
          <p:cNvSpPr/>
          <p:nvPr/>
        </p:nvSpPr>
        <p:spPr>
          <a:xfrm>
            <a:off x="7205158" y="-8467"/>
            <a:ext cx="1948147" cy="6866467"/>
          </a:xfrm>
          <a:custGeom>
            <a:avLst/>
            <a:gdLst>
              <a:gd name="connsiteX0" fmla="*/ 0 w 2590800"/>
              <a:gd name="connsiteY0" fmla="*/ 0 h 6866467"/>
              <a:gd name="connsiteX1" fmla="*/ 1202267 w 2590800"/>
              <a:gd name="connsiteY1" fmla="*/ 6866467 h 6866467"/>
              <a:gd name="connsiteX2" fmla="*/ 2590800 w 2590800"/>
              <a:gd name="connsiteY2" fmla="*/ 6866467 h 6866467"/>
              <a:gd name="connsiteX3" fmla="*/ 2582333 w 2590800"/>
              <a:gd name="connsiteY3" fmla="*/ 0 h 6866467"/>
              <a:gd name="connsiteX4" fmla="*/ 0 w 2590800"/>
              <a:gd name="connsiteY4" fmla="*/ 0 h 6866467"/>
              <a:gd name="connsiteX0" fmla="*/ 0 w 2590800"/>
              <a:gd name="connsiteY0" fmla="*/ 0 h 6866467"/>
              <a:gd name="connsiteX1" fmla="*/ 1202267 w 2590800"/>
              <a:gd name="connsiteY1" fmla="*/ 6866467 h 6866467"/>
              <a:gd name="connsiteX2" fmla="*/ 2590800 w 2590800"/>
              <a:gd name="connsiteY2" fmla="*/ 6866467 h 6866467"/>
              <a:gd name="connsiteX3" fmla="*/ 1947333 w 2590800"/>
              <a:gd name="connsiteY3" fmla="*/ 0 h 6866467"/>
              <a:gd name="connsiteX4" fmla="*/ 0 w 2590800"/>
              <a:gd name="connsiteY4" fmla="*/ 0 h 6866467"/>
              <a:gd name="connsiteX0" fmla="*/ 0 w 1948147"/>
              <a:gd name="connsiteY0" fmla="*/ 0 h 6866467"/>
              <a:gd name="connsiteX1" fmla="*/ 1202267 w 1948147"/>
              <a:gd name="connsiteY1" fmla="*/ 6866467 h 6866467"/>
              <a:gd name="connsiteX2" fmla="*/ 1947333 w 1948147"/>
              <a:gd name="connsiteY2" fmla="*/ 6866467 h 6866467"/>
              <a:gd name="connsiteX3" fmla="*/ 1947333 w 1948147"/>
              <a:gd name="connsiteY3" fmla="*/ 0 h 6866467"/>
              <a:gd name="connsiteX4" fmla="*/ 0 w 1948147"/>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Freeform 22"/>
          <p:cNvSpPr/>
          <p:nvPr/>
        </p:nvSpPr>
        <p:spPr>
          <a:xfrm>
            <a:off x="6637896" y="3920066"/>
            <a:ext cx="2513565" cy="2937933"/>
          </a:xfrm>
          <a:custGeom>
            <a:avLst/>
            <a:gdLst>
              <a:gd name="connsiteX0" fmla="*/ 0 w 3259667"/>
              <a:gd name="connsiteY0" fmla="*/ 3810000 h 3810000"/>
              <a:gd name="connsiteX1" fmla="*/ 3251200 w 3259667"/>
              <a:gd name="connsiteY1" fmla="*/ 0 h 3810000"/>
              <a:gd name="connsiteX2" fmla="*/ 3259667 w 3259667"/>
              <a:gd name="connsiteY2" fmla="*/ 3810000 h 3810000"/>
              <a:gd name="connsiteX3" fmla="*/ 0 w 3259667"/>
              <a:gd name="connsiteY3" fmla="*/ 3810000 h 3810000"/>
            </a:gdLst>
            <a:ahLst/>
            <a:cxnLst>
              <a:cxn ang="0">
                <a:pos x="connsiteX0" y="connsiteY0"/>
              </a:cxn>
              <a:cxn ang="0">
                <a:pos x="connsiteX1" y="connsiteY1"/>
              </a:cxn>
              <a:cxn ang="0">
                <a:pos x="connsiteX2" y="connsiteY2"/>
              </a:cxn>
              <a:cxn ang="0">
                <a:pos x="connsiteX3" y="connsiteY3"/>
              </a:cxn>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Freeform 23"/>
          <p:cNvSpPr/>
          <p:nvPr/>
        </p:nvSpPr>
        <p:spPr>
          <a:xfrm>
            <a:off x="7010429" y="-8467"/>
            <a:ext cx="2142876" cy="6866467"/>
          </a:xfrm>
          <a:custGeom>
            <a:avLst/>
            <a:gdLst>
              <a:gd name="connsiteX0" fmla="*/ 0 w 2853267"/>
              <a:gd name="connsiteY0" fmla="*/ 0 h 6866467"/>
              <a:gd name="connsiteX1" fmla="*/ 2472267 w 2853267"/>
              <a:gd name="connsiteY1" fmla="*/ 6866467 h 6866467"/>
              <a:gd name="connsiteX2" fmla="*/ 2853267 w 2853267"/>
              <a:gd name="connsiteY2" fmla="*/ 6858000 h 6866467"/>
              <a:gd name="connsiteX3" fmla="*/ 2853267 w 2853267"/>
              <a:gd name="connsiteY3" fmla="*/ 0 h 6866467"/>
              <a:gd name="connsiteX4" fmla="*/ 0 w 2853267"/>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Freeform 24"/>
          <p:cNvSpPr/>
          <p:nvPr/>
        </p:nvSpPr>
        <p:spPr>
          <a:xfrm>
            <a:off x="8295776" y="-8467"/>
            <a:ext cx="857530" cy="6866467"/>
          </a:xfrm>
          <a:custGeom>
            <a:avLst/>
            <a:gdLst>
              <a:gd name="connsiteX0" fmla="*/ 1016000 w 1286933"/>
              <a:gd name="connsiteY0" fmla="*/ 0 h 6866467"/>
              <a:gd name="connsiteX1" fmla="*/ 0 w 1286933"/>
              <a:gd name="connsiteY1" fmla="*/ 6866467 h 6866467"/>
              <a:gd name="connsiteX2" fmla="*/ 1286933 w 1286933"/>
              <a:gd name="connsiteY2" fmla="*/ 6866467 h 6866467"/>
              <a:gd name="connsiteX3" fmla="*/ 1278466 w 1286933"/>
              <a:gd name="connsiteY3" fmla="*/ 0 h 6866467"/>
              <a:gd name="connsiteX4" fmla="*/ 1016000 w 1286933"/>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Freeform 25"/>
          <p:cNvSpPr/>
          <p:nvPr/>
        </p:nvSpPr>
        <p:spPr>
          <a:xfrm>
            <a:off x="8077231" y="-8468"/>
            <a:ext cx="1066770" cy="6866467"/>
          </a:xfrm>
          <a:custGeom>
            <a:avLst/>
            <a:gdLst>
              <a:gd name="connsiteX0" fmla="*/ 0 w 1244600"/>
              <a:gd name="connsiteY0" fmla="*/ 0 h 6874934"/>
              <a:gd name="connsiteX1" fmla="*/ 1117600 w 1244600"/>
              <a:gd name="connsiteY1" fmla="*/ 6866467 h 6874934"/>
              <a:gd name="connsiteX2" fmla="*/ 1244600 w 1244600"/>
              <a:gd name="connsiteY2" fmla="*/ 6874934 h 6874934"/>
              <a:gd name="connsiteX3" fmla="*/ 1236134 w 1244600"/>
              <a:gd name="connsiteY3" fmla="*/ 0 h 6874934"/>
              <a:gd name="connsiteX4" fmla="*/ 0 w 1244600"/>
              <a:gd name="connsiteY4" fmla="*/ 0 h 6874934"/>
              <a:gd name="connsiteX0" fmla="*/ 0 w 1253067"/>
              <a:gd name="connsiteY0" fmla="*/ 0 h 6874934"/>
              <a:gd name="connsiteX1" fmla="*/ 1117600 w 1253067"/>
              <a:gd name="connsiteY1" fmla="*/ 6866467 h 6874934"/>
              <a:gd name="connsiteX2" fmla="*/ 1244600 w 1253067"/>
              <a:gd name="connsiteY2" fmla="*/ 6874934 h 6874934"/>
              <a:gd name="connsiteX3" fmla="*/ 1253067 w 1253067"/>
              <a:gd name="connsiteY3" fmla="*/ 0 h 6874934"/>
              <a:gd name="connsiteX4" fmla="*/ 0 w 1253067"/>
              <a:gd name="connsiteY4" fmla="*/ 0 h 6874934"/>
              <a:gd name="connsiteX0" fmla="*/ 0 w 1270244"/>
              <a:gd name="connsiteY0" fmla="*/ 0 h 6866467"/>
              <a:gd name="connsiteX1" fmla="*/ 1117600 w 1270244"/>
              <a:gd name="connsiteY1" fmla="*/ 6866467 h 6866467"/>
              <a:gd name="connsiteX2" fmla="*/ 1270000 w 1270244"/>
              <a:gd name="connsiteY2" fmla="*/ 6866467 h 6866467"/>
              <a:gd name="connsiteX3" fmla="*/ 1253067 w 1270244"/>
              <a:gd name="connsiteY3" fmla="*/ 0 h 6866467"/>
              <a:gd name="connsiteX4" fmla="*/ 0 w 1270244"/>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7" name="Freeform 26"/>
          <p:cNvSpPr/>
          <p:nvPr/>
        </p:nvSpPr>
        <p:spPr>
          <a:xfrm>
            <a:off x="8060297" y="4893733"/>
            <a:ext cx="1094086" cy="1964267"/>
          </a:xfrm>
          <a:custGeom>
            <a:avLst/>
            <a:gdLst>
              <a:gd name="connsiteX0" fmla="*/ 0 w 1820333"/>
              <a:gd name="connsiteY0" fmla="*/ 3268133 h 3268133"/>
              <a:gd name="connsiteX1" fmla="*/ 1811866 w 1820333"/>
              <a:gd name="connsiteY1" fmla="*/ 0 h 3268133"/>
              <a:gd name="connsiteX2" fmla="*/ 1820333 w 1820333"/>
              <a:gd name="connsiteY2" fmla="*/ 3259666 h 3268133"/>
              <a:gd name="connsiteX3" fmla="*/ 0 w 1820333"/>
              <a:gd name="connsiteY3" fmla="*/ 3268133 h 3268133"/>
            </a:gdLst>
            <a:ahLst/>
            <a:cxnLst>
              <a:cxn ang="0">
                <a:pos x="connsiteX0" y="connsiteY0"/>
              </a:cxn>
              <a:cxn ang="0">
                <a:pos x="connsiteX1" y="connsiteY1"/>
              </a:cxn>
              <a:cxn ang="0">
                <a:pos x="connsiteX2" y="connsiteY2"/>
              </a:cxn>
              <a:cxn ang="0">
                <a:pos x="connsiteX3" y="connsiteY3"/>
              </a:cxn>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09599" y="1498604"/>
            <a:ext cx="2790183" cy="1278466"/>
          </a:xfrm>
        </p:spPr>
        <p:txBody>
          <a:bodyPr anchor="b"/>
          <a:lstStyle>
            <a:lvl1pPr algn="l">
              <a:defRPr sz="2000" b="0"/>
            </a:lvl1pPr>
          </a:lstStyle>
          <a:p>
            <a:r>
              <a:rPr lang="en-US" smtClean="0"/>
              <a:t>Click to edit Master title style</a:t>
            </a:r>
            <a:endParaRPr lang="en-US"/>
          </a:p>
        </p:txBody>
      </p:sp>
      <p:sp>
        <p:nvSpPr>
          <p:cNvPr id="3" name="Content Placeholder 2"/>
          <p:cNvSpPr>
            <a:spLocks noGrp="1"/>
          </p:cNvSpPr>
          <p:nvPr>
            <p:ph idx="1"/>
          </p:nvPr>
        </p:nvSpPr>
        <p:spPr>
          <a:xfrm>
            <a:off x="3571276" y="514925"/>
            <a:ext cx="3386037" cy="5526437"/>
          </a:xfrm>
        </p:spPr>
        <p:txBody>
          <a:bodyPr anchor="ct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09599" y="2777070"/>
            <a:ext cx="2790183" cy="25844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5B5BEF2-1CD6-4A07-B3B7-D4ED708CF93F}" type="datetimeFigureOut">
              <a:rPr lang="fi-FI" smtClean="0"/>
              <a:t>22.9.2012</a:t>
            </a:fld>
            <a:endParaRPr lang="fi-FI"/>
          </a:p>
        </p:txBody>
      </p:sp>
      <p:sp>
        <p:nvSpPr>
          <p:cNvPr id="6" name="Footer Placeholder 5"/>
          <p:cNvSpPr>
            <a:spLocks noGrp="1"/>
          </p:cNvSpPr>
          <p:nvPr>
            <p:ph type="ftr" sz="quarter" idx="11"/>
          </p:nvPr>
        </p:nvSpPr>
        <p:spPr/>
        <p:txBody>
          <a:bodyPr/>
          <a:lstStyle/>
          <a:p>
            <a:endParaRPr lang="fi-FI"/>
          </a:p>
        </p:txBody>
      </p:sp>
      <p:sp>
        <p:nvSpPr>
          <p:cNvPr id="7" name="Slide Number Placeholder 6"/>
          <p:cNvSpPr>
            <a:spLocks noGrp="1"/>
          </p:cNvSpPr>
          <p:nvPr>
            <p:ph type="sldNum" sz="quarter" idx="12"/>
          </p:nvPr>
        </p:nvSpPr>
        <p:spPr/>
        <p:txBody>
          <a:bodyPr/>
          <a:lstStyle/>
          <a:p>
            <a:fld id="{8A1D0451-5C4B-4195-93C3-0D9F295A816D}" type="slidenum">
              <a:rPr lang="fi-FI" smtClean="0"/>
              <a:t>‹#›</a:t>
            </a:fld>
            <a:endParaRPr lang="fi-FI"/>
          </a:p>
        </p:txBody>
      </p:sp>
    </p:spTree>
    <p:extLst>
      <p:ext uri="{BB962C8B-B14F-4D97-AF65-F5344CB8AC3E}">
        <p14:creationId xmlns:p14="http://schemas.microsoft.com/office/powerpoint/2010/main" val="6490359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8" name="Freeform 27"/>
          <p:cNvSpPr/>
          <p:nvPr/>
        </p:nvSpPr>
        <p:spPr>
          <a:xfrm>
            <a:off x="-8467" y="4013200"/>
            <a:ext cx="457200" cy="2853267"/>
          </a:xfrm>
          <a:custGeom>
            <a:avLst/>
            <a:gdLst>
              <a:gd name="connsiteX0" fmla="*/ 0 w 457200"/>
              <a:gd name="connsiteY0" fmla="*/ 0 h 2853267"/>
              <a:gd name="connsiteX1" fmla="*/ 457200 w 457200"/>
              <a:gd name="connsiteY1" fmla="*/ 2853267 h 2853267"/>
              <a:gd name="connsiteX2" fmla="*/ 0 w 457200"/>
              <a:gd name="connsiteY2" fmla="*/ 2844800 h 2853267"/>
              <a:gd name="connsiteX3" fmla="*/ 0 w 457200"/>
              <a:gd name="connsiteY3" fmla="*/ 0 h 2853267"/>
            </a:gdLst>
            <a:ahLst/>
            <a:cxnLst>
              <a:cxn ang="0">
                <a:pos x="connsiteX0" y="connsiteY0"/>
              </a:cxn>
              <a:cxn ang="0">
                <a:pos x="connsiteX1" y="connsiteY1"/>
              </a:cxn>
              <a:cxn ang="0">
                <a:pos x="connsiteX2" y="connsiteY2"/>
              </a:cxn>
              <a:cxn ang="0">
                <a:pos x="connsiteX3" y="connsiteY3"/>
              </a:cxn>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a:p>
        </p:txBody>
      </p:sp>
      <p:cxnSp>
        <p:nvCxnSpPr>
          <p:cNvPr id="18" name="Straight Connector 1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21" name="Freeform 20"/>
          <p:cNvSpPr/>
          <p:nvPr/>
        </p:nvSpPr>
        <p:spPr>
          <a:xfrm>
            <a:off x="6891896" y="1"/>
            <a:ext cx="2269442" cy="6866466"/>
          </a:xfrm>
          <a:custGeom>
            <a:avLst/>
            <a:gdLst>
              <a:gd name="connsiteX0" fmla="*/ 2023534 w 3005667"/>
              <a:gd name="connsiteY0" fmla="*/ 8467 h 6866467"/>
              <a:gd name="connsiteX1" fmla="*/ 0 w 3005667"/>
              <a:gd name="connsiteY1" fmla="*/ 6866467 h 6866467"/>
              <a:gd name="connsiteX2" fmla="*/ 2997200 w 3005667"/>
              <a:gd name="connsiteY2" fmla="*/ 6858000 h 6866467"/>
              <a:gd name="connsiteX3" fmla="*/ 3005667 w 3005667"/>
              <a:gd name="connsiteY3" fmla="*/ 0 h 6866467"/>
              <a:gd name="connsiteX4" fmla="*/ 2023534 w 3005667"/>
              <a:gd name="connsiteY4" fmla="*/ 8467 h 6866467"/>
              <a:gd name="connsiteX0" fmla="*/ 2023534 w 2997208"/>
              <a:gd name="connsiteY0" fmla="*/ 0 h 6858000"/>
              <a:gd name="connsiteX1" fmla="*/ 0 w 2997208"/>
              <a:gd name="connsiteY1" fmla="*/ 6858000 h 6858000"/>
              <a:gd name="connsiteX2" fmla="*/ 2997200 w 2997208"/>
              <a:gd name="connsiteY2" fmla="*/ 6849533 h 6858000"/>
              <a:gd name="connsiteX3" fmla="*/ 2260600 w 2997208"/>
              <a:gd name="connsiteY3" fmla="*/ 8466 h 6858000"/>
              <a:gd name="connsiteX4" fmla="*/ 2023534 w 2997208"/>
              <a:gd name="connsiteY4" fmla="*/ 0 h 6858000"/>
              <a:gd name="connsiteX0" fmla="*/ 2023534 w 2269442"/>
              <a:gd name="connsiteY0" fmla="*/ 0 h 6866466"/>
              <a:gd name="connsiteX1" fmla="*/ 0 w 2269442"/>
              <a:gd name="connsiteY1" fmla="*/ 6858000 h 6866466"/>
              <a:gd name="connsiteX2" fmla="*/ 2269067 w 2269442"/>
              <a:gd name="connsiteY2" fmla="*/ 6866466 h 6866466"/>
              <a:gd name="connsiteX3" fmla="*/ 2260600 w 2269442"/>
              <a:gd name="connsiteY3" fmla="*/ 8466 h 6866466"/>
              <a:gd name="connsiteX4" fmla="*/ 2023534 w 2269442"/>
              <a:gd name="connsiteY4" fmla="*/ 0 h 6866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Freeform 21"/>
          <p:cNvSpPr/>
          <p:nvPr/>
        </p:nvSpPr>
        <p:spPr>
          <a:xfrm>
            <a:off x="7205158" y="-8467"/>
            <a:ext cx="1948147" cy="6866467"/>
          </a:xfrm>
          <a:custGeom>
            <a:avLst/>
            <a:gdLst>
              <a:gd name="connsiteX0" fmla="*/ 0 w 2590800"/>
              <a:gd name="connsiteY0" fmla="*/ 0 h 6866467"/>
              <a:gd name="connsiteX1" fmla="*/ 1202267 w 2590800"/>
              <a:gd name="connsiteY1" fmla="*/ 6866467 h 6866467"/>
              <a:gd name="connsiteX2" fmla="*/ 2590800 w 2590800"/>
              <a:gd name="connsiteY2" fmla="*/ 6866467 h 6866467"/>
              <a:gd name="connsiteX3" fmla="*/ 2582333 w 2590800"/>
              <a:gd name="connsiteY3" fmla="*/ 0 h 6866467"/>
              <a:gd name="connsiteX4" fmla="*/ 0 w 2590800"/>
              <a:gd name="connsiteY4" fmla="*/ 0 h 6866467"/>
              <a:gd name="connsiteX0" fmla="*/ 0 w 2590800"/>
              <a:gd name="connsiteY0" fmla="*/ 0 h 6866467"/>
              <a:gd name="connsiteX1" fmla="*/ 1202267 w 2590800"/>
              <a:gd name="connsiteY1" fmla="*/ 6866467 h 6866467"/>
              <a:gd name="connsiteX2" fmla="*/ 2590800 w 2590800"/>
              <a:gd name="connsiteY2" fmla="*/ 6866467 h 6866467"/>
              <a:gd name="connsiteX3" fmla="*/ 1947333 w 2590800"/>
              <a:gd name="connsiteY3" fmla="*/ 0 h 6866467"/>
              <a:gd name="connsiteX4" fmla="*/ 0 w 2590800"/>
              <a:gd name="connsiteY4" fmla="*/ 0 h 6866467"/>
              <a:gd name="connsiteX0" fmla="*/ 0 w 1948147"/>
              <a:gd name="connsiteY0" fmla="*/ 0 h 6866467"/>
              <a:gd name="connsiteX1" fmla="*/ 1202267 w 1948147"/>
              <a:gd name="connsiteY1" fmla="*/ 6866467 h 6866467"/>
              <a:gd name="connsiteX2" fmla="*/ 1947333 w 1948147"/>
              <a:gd name="connsiteY2" fmla="*/ 6866467 h 6866467"/>
              <a:gd name="connsiteX3" fmla="*/ 1947333 w 1948147"/>
              <a:gd name="connsiteY3" fmla="*/ 0 h 6866467"/>
              <a:gd name="connsiteX4" fmla="*/ 0 w 1948147"/>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Freeform 22"/>
          <p:cNvSpPr/>
          <p:nvPr/>
        </p:nvSpPr>
        <p:spPr>
          <a:xfrm>
            <a:off x="6637896" y="3920066"/>
            <a:ext cx="2513565" cy="2937933"/>
          </a:xfrm>
          <a:custGeom>
            <a:avLst/>
            <a:gdLst>
              <a:gd name="connsiteX0" fmla="*/ 0 w 3259667"/>
              <a:gd name="connsiteY0" fmla="*/ 3810000 h 3810000"/>
              <a:gd name="connsiteX1" fmla="*/ 3251200 w 3259667"/>
              <a:gd name="connsiteY1" fmla="*/ 0 h 3810000"/>
              <a:gd name="connsiteX2" fmla="*/ 3259667 w 3259667"/>
              <a:gd name="connsiteY2" fmla="*/ 3810000 h 3810000"/>
              <a:gd name="connsiteX3" fmla="*/ 0 w 3259667"/>
              <a:gd name="connsiteY3" fmla="*/ 3810000 h 3810000"/>
            </a:gdLst>
            <a:ahLst/>
            <a:cxnLst>
              <a:cxn ang="0">
                <a:pos x="connsiteX0" y="connsiteY0"/>
              </a:cxn>
              <a:cxn ang="0">
                <a:pos x="connsiteX1" y="connsiteY1"/>
              </a:cxn>
              <a:cxn ang="0">
                <a:pos x="connsiteX2" y="connsiteY2"/>
              </a:cxn>
              <a:cxn ang="0">
                <a:pos x="connsiteX3" y="connsiteY3"/>
              </a:cxn>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Freeform 23"/>
          <p:cNvSpPr/>
          <p:nvPr/>
        </p:nvSpPr>
        <p:spPr>
          <a:xfrm>
            <a:off x="7010429" y="-8467"/>
            <a:ext cx="2142876" cy="6866467"/>
          </a:xfrm>
          <a:custGeom>
            <a:avLst/>
            <a:gdLst>
              <a:gd name="connsiteX0" fmla="*/ 0 w 2853267"/>
              <a:gd name="connsiteY0" fmla="*/ 0 h 6866467"/>
              <a:gd name="connsiteX1" fmla="*/ 2472267 w 2853267"/>
              <a:gd name="connsiteY1" fmla="*/ 6866467 h 6866467"/>
              <a:gd name="connsiteX2" fmla="*/ 2853267 w 2853267"/>
              <a:gd name="connsiteY2" fmla="*/ 6858000 h 6866467"/>
              <a:gd name="connsiteX3" fmla="*/ 2853267 w 2853267"/>
              <a:gd name="connsiteY3" fmla="*/ 0 h 6866467"/>
              <a:gd name="connsiteX4" fmla="*/ 0 w 2853267"/>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Freeform 24"/>
          <p:cNvSpPr/>
          <p:nvPr/>
        </p:nvSpPr>
        <p:spPr>
          <a:xfrm>
            <a:off x="8295776" y="-8467"/>
            <a:ext cx="857530" cy="6866467"/>
          </a:xfrm>
          <a:custGeom>
            <a:avLst/>
            <a:gdLst>
              <a:gd name="connsiteX0" fmla="*/ 1016000 w 1286933"/>
              <a:gd name="connsiteY0" fmla="*/ 0 h 6866467"/>
              <a:gd name="connsiteX1" fmla="*/ 0 w 1286933"/>
              <a:gd name="connsiteY1" fmla="*/ 6866467 h 6866467"/>
              <a:gd name="connsiteX2" fmla="*/ 1286933 w 1286933"/>
              <a:gd name="connsiteY2" fmla="*/ 6866467 h 6866467"/>
              <a:gd name="connsiteX3" fmla="*/ 1278466 w 1286933"/>
              <a:gd name="connsiteY3" fmla="*/ 0 h 6866467"/>
              <a:gd name="connsiteX4" fmla="*/ 1016000 w 1286933"/>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Freeform 25"/>
          <p:cNvSpPr/>
          <p:nvPr/>
        </p:nvSpPr>
        <p:spPr>
          <a:xfrm>
            <a:off x="8077231" y="-8468"/>
            <a:ext cx="1066770" cy="6866467"/>
          </a:xfrm>
          <a:custGeom>
            <a:avLst/>
            <a:gdLst>
              <a:gd name="connsiteX0" fmla="*/ 0 w 1244600"/>
              <a:gd name="connsiteY0" fmla="*/ 0 h 6874934"/>
              <a:gd name="connsiteX1" fmla="*/ 1117600 w 1244600"/>
              <a:gd name="connsiteY1" fmla="*/ 6866467 h 6874934"/>
              <a:gd name="connsiteX2" fmla="*/ 1244600 w 1244600"/>
              <a:gd name="connsiteY2" fmla="*/ 6874934 h 6874934"/>
              <a:gd name="connsiteX3" fmla="*/ 1236134 w 1244600"/>
              <a:gd name="connsiteY3" fmla="*/ 0 h 6874934"/>
              <a:gd name="connsiteX4" fmla="*/ 0 w 1244600"/>
              <a:gd name="connsiteY4" fmla="*/ 0 h 6874934"/>
              <a:gd name="connsiteX0" fmla="*/ 0 w 1253067"/>
              <a:gd name="connsiteY0" fmla="*/ 0 h 6874934"/>
              <a:gd name="connsiteX1" fmla="*/ 1117600 w 1253067"/>
              <a:gd name="connsiteY1" fmla="*/ 6866467 h 6874934"/>
              <a:gd name="connsiteX2" fmla="*/ 1244600 w 1253067"/>
              <a:gd name="connsiteY2" fmla="*/ 6874934 h 6874934"/>
              <a:gd name="connsiteX3" fmla="*/ 1253067 w 1253067"/>
              <a:gd name="connsiteY3" fmla="*/ 0 h 6874934"/>
              <a:gd name="connsiteX4" fmla="*/ 0 w 1253067"/>
              <a:gd name="connsiteY4" fmla="*/ 0 h 6874934"/>
              <a:gd name="connsiteX0" fmla="*/ 0 w 1270244"/>
              <a:gd name="connsiteY0" fmla="*/ 0 h 6866467"/>
              <a:gd name="connsiteX1" fmla="*/ 1117600 w 1270244"/>
              <a:gd name="connsiteY1" fmla="*/ 6866467 h 6866467"/>
              <a:gd name="connsiteX2" fmla="*/ 1270000 w 1270244"/>
              <a:gd name="connsiteY2" fmla="*/ 6866467 h 6866467"/>
              <a:gd name="connsiteX3" fmla="*/ 1253067 w 1270244"/>
              <a:gd name="connsiteY3" fmla="*/ 0 h 6866467"/>
              <a:gd name="connsiteX4" fmla="*/ 0 w 1270244"/>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7" name="Freeform 26"/>
          <p:cNvSpPr/>
          <p:nvPr/>
        </p:nvSpPr>
        <p:spPr>
          <a:xfrm>
            <a:off x="8060297" y="4893733"/>
            <a:ext cx="1094086" cy="1964267"/>
          </a:xfrm>
          <a:custGeom>
            <a:avLst/>
            <a:gdLst>
              <a:gd name="connsiteX0" fmla="*/ 0 w 1820333"/>
              <a:gd name="connsiteY0" fmla="*/ 3268133 h 3268133"/>
              <a:gd name="connsiteX1" fmla="*/ 1811866 w 1820333"/>
              <a:gd name="connsiteY1" fmla="*/ 0 h 3268133"/>
              <a:gd name="connsiteX2" fmla="*/ 1820333 w 1820333"/>
              <a:gd name="connsiteY2" fmla="*/ 3259666 h 3268133"/>
              <a:gd name="connsiteX3" fmla="*/ 0 w 1820333"/>
              <a:gd name="connsiteY3" fmla="*/ 3268133 h 3268133"/>
            </a:gdLst>
            <a:ahLst/>
            <a:cxnLst>
              <a:cxn ang="0">
                <a:pos x="connsiteX0" y="connsiteY0"/>
              </a:cxn>
              <a:cxn ang="0">
                <a:pos x="connsiteX1" y="connsiteY1"/>
              </a:cxn>
              <a:cxn ang="0">
                <a:pos x="connsiteX2" y="connsiteY2"/>
              </a:cxn>
              <a:cxn ang="0">
                <a:pos x="connsiteX3" y="connsiteY3"/>
              </a:cxn>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smtClean="0"/>
              <a:t>Click to edit Master title style</a:t>
            </a:r>
            <a:endParaRPr lang="en-US"/>
          </a:p>
        </p:txBody>
      </p:sp>
      <p:sp>
        <p:nvSpPr>
          <p:cNvPr id="3" name="Picture Placeholder 2"/>
          <p:cNvSpPr>
            <a:spLocks noGrp="1" noChangeAspect="1"/>
          </p:cNvSpPr>
          <p:nvPr>
            <p:ph type="pic" idx="1"/>
          </p:nvPr>
        </p:nvSpPr>
        <p:spPr>
          <a:xfrm>
            <a:off x="609599" y="609600"/>
            <a:ext cx="6347714" cy="3845718"/>
          </a:xfrm>
        </p:spPr>
        <p:txBody>
          <a:bodyPr anchor="ctr">
            <a:normAutofit/>
          </a:bodyPr>
          <a:lstStyle>
            <a:lvl1pPr marL="0" indent="0" algn="ctr">
              <a:buNone/>
              <a:defRPr sz="16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5B5BEF2-1CD6-4A07-B3B7-D4ED708CF93F}" type="datetimeFigureOut">
              <a:rPr lang="fi-FI" smtClean="0"/>
              <a:t>22.9.2012</a:t>
            </a:fld>
            <a:endParaRPr lang="fi-FI"/>
          </a:p>
        </p:txBody>
      </p:sp>
      <p:sp>
        <p:nvSpPr>
          <p:cNvPr id="6" name="Footer Placeholder 5"/>
          <p:cNvSpPr>
            <a:spLocks noGrp="1"/>
          </p:cNvSpPr>
          <p:nvPr>
            <p:ph type="ftr" sz="quarter" idx="11"/>
          </p:nvPr>
        </p:nvSpPr>
        <p:spPr/>
        <p:txBody>
          <a:bodyPr/>
          <a:lstStyle/>
          <a:p>
            <a:endParaRPr lang="fi-FI"/>
          </a:p>
        </p:txBody>
      </p:sp>
      <p:sp>
        <p:nvSpPr>
          <p:cNvPr id="7" name="Slide Number Placeholder 6"/>
          <p:cNvSpPr>
            <a:spLocks noGrp="1"/>
          </p:cNvSpPr>
          <p:nvPr>
            <p:ph type="sldNum" sz="quarter" idx="12"/>
          </p:nvPr>
        </p:nvSpPr>
        <p:spPr/>
        <p:txBody>
          <a:bodyPr/>
          <a:lstStyle/>
          <a:p>
            <a:fld id="{8A1D0451-5C4B-4195-93C3-0D9F295A816D}" type="slidenum">
              <a:rPr lang="fi-FI" smtClean="0"/>
              <a:t>‹#›</a:t>
            </a:fld>
            <a:endParaRPr lang="fi-FI"/>
          </a:p>
        </p:txBody>
      </p:sp>
    </p:spTree>
    <p:extLst>
      <p:ext uri="{BB962C8B-B14F-4D97-AF65-F5344CB8AC3E}">
        <p14:creationId xmlns:p14="http://schemas.microsoft.com/office/powerpoint/2010/main" val="2039261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Title and Caption">
    <p:spTree>
      <p:nvGrpSpPr>
        <p:cNvPr id="1" name=""/>
        <p:cNvGrpSpPr/>
        <p:nvPr/>
      </p:nvGrpSpPr>
      <p:grpSpPr>
        <a:xfrm>
          <a:off x="0" y="0"/>
          <a:ext cx="0" cy="0"/>
          <a:chOff x="0" y="0"/>
          <a:chExt cx="0" cy="0"/>
        </a:xfrm>
      </p:grpSpPr>
      <p:sp>
        <p:nvSpPr>
          <p:cNvPr id="27" name="Freeform 26"/>
          <p:cNvSpPr/>
          <p:nvPr/>
        </p:nvSpPr>
        <p:spPr>
          <a:xfrm>
            <a:off x="-8467" y="4013200"/>
            <a:ext cx="457200" cy="2853267"/>
          </a:xfrm>
          <a:custGeom>
            <a:avLst/>
            <a:gdLst>
              <a:gd name="connsiteX0" fmla="*/ 0 w 457200"/>
              <a:gd name="connsiteY0" fmla="*/ 0 h 2853267"/>
              <a:gd name="connsiteX1" fmla="*/ 457200 w 457200"/>
              <a:gd name="connsiteY1" fmla="*/ 2853267 h 2853267"/>
              <a:gd name="connsiteX2" fmla="*/ 0 w 457200"/>
              <a:gd name="connsiteY2" fmla="*/ 2844800 h 2853267"/>
              <a:gd name="connsiteX3" fmla="*/ 0 w 457200"/>
              <a:gd name="connsiteY3" fmla="*/ 0 h 2853267"/>
            </a:gdLst>
            <a:ahLst/>
            <a:cxnLst>
              <a:cxn ang="0">
                <a:pos x="connsiteX0" y="connsiteY0"/>
              </a:cxn>
              <a:cxn ang="0">
                <a:pos x="connsiteX1" y="connsiteY1"/>
              </a:cxn>
              <a:cxn ang="0">
                <a:pos x="connsiteX2" y="connsiteY2"/>
              </a:cxn>
              <a:cxn ang="0">
                <a:pos x="connsiteX3" y="connsiteY3"/>
              </a:cxn>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a:p>
        </p:txBody>
      </p:sp>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20" name="Freeform 19"/>
          <p:cNvSpPr/>
          <p:nvPr/>
        </p:nvSpPr>
        <p:spPr>
          <a:xfrm>
            <a:off x="6891896" y="1"/>
            <a:ext cx="2269442" cy="6866466"/>
          </a:xfrm>
          <a:custGeom>
            <a:avLst/>
            <a:gdLst>
              <a:gd name="connsiteX0" fmla="*/ 2023534 w 3005667"/>
              <a:gd name="connsiteY0" fmla="*/ 8467 h 6866467"/>
              <a:gd name="connsiteX1" fmla="*/ 0 w 3005667"/>
              <a:gd name="connsiteY1" fmla="*/ 6866467 h 6866467"/>
              <a:gd name="connsiteX2" fmla="*/ 2997200 w 3005667"/>
              <a:gd name="connsiteY2" fmla="*/ 6858000 h 6866467"/>
              <a:gd name="connsiteX3" fmla="*/ 3005667 w 3005667"/>
              <a:gd name="connsiteY3" fmla="*/ 0 h 6866467"/>
              <a:gd name="connsiteX4" fmla="*/ 2023534 w 3005667"/>
              <a:gd name="connsiteY4" fmla="*/ 8467 h 6866467"/>
              <a:gd name="connsiteX0" fmla="*/ 2023534 w 2997208"/>
              <a:gd name="connsiteY0" fmla="*/ 0 h 6858000"/>
              <a:gd name="connsiteX1" fmla="*/ 0 w 2997208"/>
              <a:gd name="connsiteY1" fmla="*/ 6858000 h 6858000"/>
              <a:gd name="connsiteX2" fmla="*/ 2997200 w 2997208"/>
              <a:gd name="connsiteY2" fmla="*/ 6849533 h 6858000"/>
              <a:gd name="connsiteX3" fmla="*/ 2260600 w 2997208"/>
              <a:gd name="connsiteY3" fmla="*/ 8466 h 6858000"/>
              <a:gd name="connsiteX4" fmla="*/ 2023534 w 2997208"/>
              <a:gd name="connsiteY4" fmla="*/ 0 h 6858000"/>
              <a:gd name="connsiteX0" fmla="*/ 2023534 w 2269442"/>
              <a:gd name="connsiteY0" fmla="*/ 0 h 6866466"/>
              <a:gd name="connsiteX1" fmla="*/ 0 w 2269442"/>
              <a:gd name="connsiteY1" fmla="*/ 6858000 h 6866466"/>
              <a:gd name="connsiteX2" fmla="*/ 2269067 w 2269442"/>
              <a:gd name="connsiteY2" fmla="*/ 6866466 h 6866466"/>
              <a:gd name="connsiteX3" fmla="*/ 2260600 w 2269442"/>
              <a:gd name="connsiteY3" fmla="*/ 8466 h 6866466"/>
              <a:gd name="connsiteX4" fmla="*/ 2023534 w 2269442"/>
              <a:gd name="connsiteY4" fmla="*/ 0 h 6866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Freeform 20"/>
          <p:cNvSpPr/>
          <p:nvPr/>
        </p:nvSpPr>
        <p:spPr>
          <a:xfrm>
            <a:off x="7205158" y="-8467"/>
            <a:ext cx="1948147" cy="6866467"/>
          </a:xfrm>
          <a:custGeom>
            <a:avLst/>
            <a:gdLst>
              <a:gd name="connsiteX0" fmla="*/ 0 w 2590800"/>
              <a:gd name="connsiteY0" fmla="*/ 0 h 6866467"/>
              <a:gd name="connsiteX1" fmla="*/ 1202267 w 2590800"/>
              <a:gd name="connsiteY1" fmla="*/ 6866467 h 6866467"/>
              <a:gd name="connsiteX2" fmla="*/ 2590800 w 2590800"/>
              <a:gd name="connsiteY2" fmla="*/ 6866467 h 6866467"/>
              <a:gd name="connsiteX3" fmla="*/ 2582333 w 2590800"/>
              <a:gd name="connsiteY3" fmla="*/ 0 h 6866467"/>
              <a:gd name="connsiteX4" fmla="*/ 0 w 2590800"/>
              <a:gd name="connsiteY4" fmla="*/ 0 h 6866467"/>
              <a:gd name="connsiteX0" fmla="*/ 0 w 2590800"/>
              <a:gd name="connsiteY0" fmla="*/ 0 h 6866467"/>
              <a:gd name="connsiteX1" fmla="*/ 1202267 w 2590800"/>
              <a:gd name="connsiteY1" fmla="*/ 6866467 h 6866467"/>
              <a:gd name="connsiteX2" fmla="*/ 2590800 w 2590800"/>
              <a:gd name="connsiteY2" fmla="*/ 6866467 h 6866467"/>
              <a:gd name="connsiteX3" fmla="*/ 1947333 w 2590800"/>
              <a:gd name="connsiteY3" fmla="*/ 0 h 6866467"/>
              <a:gd name="connsiteX4" fmla="*/ 0 w 2590800"/>
              <a:gd name="connsiteY4" fmla="*/ 0 h 6866467"/>
              <a:gd name="connsiteX0" fmla="*/ 0 w 1948147"/>
              <a:gd name="connsiteY0" fmla="*/ 0 h 6866467"/>
              <a:gd name="connsiteX1" fmla="*/ 1202267 w 1948147"/>
              <a:gd name="connsiteY1" fmla="*/ 6866467 h 6866467"/>
              <a:gd name="connsiteX2" fmla="*/ 1947333 w 1948147"/>
              <a:gd name="connsiteY2" fmla="*/ 6866467 h 6866467"/>
              <a:gd name="connsiteX3" fmla="*/ 1947333 w 1948147"/>
              <a:gd name="connsiteY3" fmla="*/ 0 h 6866467"/>
              <a:gd name="connsiteX4" fmla="*/ 0 w 1948147"/>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Freeform 21"/>
          <p:cNvSpPr/>
          <p:nvPr/>
        </p:nvSpPr>
        <p:spPr>
          <a:xfrm>
            <a:off x="6637896" y="3920066"/>
            <a:ext cx="2513565" cy="2937933"/>
          </a:xfrm>
          <a:custGeom>
            <a:avLst/>
            <a:gdLst>
              <a:gd name="connsiteX0" fmla="*/ 0 w 3259667"/>
              <a:gd name="connsiteY0" fmla="*/ 3810000 h 3810000"/>
              <a:gd name="connsiteX1" fmla="*/ 3251200 w 3259667"/>
              <a:gd name="connsiteY1" fmla="*/ 0 h 3810000"/>
              <a:gd name="connsiteX2" fmla="*/ 3259667 w 3259667"/>
              <a:gd name="connsiteY2" fmla="*/ 3810000 h 3810000"/>
              <a:gd name="connsiteX3" fmla="*/ 0 w 3259667"/>
              <a:gd name="connsiteY3" fmla="*/ 3810000 h 3810000"/>
            </a:gdLst>
            <a:ahLst/>
            <a:cxnLst>
              <a:cxn ang="0">
                <a:pos x="connsiteX0" y="connsiteY0"/>
              </a:cxn>
              <a:cxn ang="0">
                <a:pos x="connsiteX1" y="connsiteY1"/>
              </a:cxn>
              <a:cxn ang="0">
                <a:pos x="connsiteX2" y="connsiteY2"/>
              </a:cxn>
              <a:cxn ang="0">
                <a:pos x="connsiteX3" y="connsiteY3"/>
              </a:cxn>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Freeform 22"/>
          <p:cNvSpPr/>
          <p:nvPr/>
        </p:nvSpPr>
        <p:spPr>
          <a:xfrm>
            <a:off x="7010429" y="-8467"/>
            <a:ext cx="2142876" cy="6866467"/>
          </a:xfrm>
          <a:custGeom>
            <a:avLst/>
            <a:gdLst>
              <a:gd name="connsiteX0" fmla="*/ 0 w 2853267"/>
              <a:gd name="connsiteY0" fmla="*/ 0 h 6866467"/>
              <a:gd name="connsiteX1" fmla="*/ 2472267 w 2853267"/>
              <a:gd name="connsiteY1" fmla="*/ 6866467 h 6866467"/>
              <a:gd name="connsiteX2" fmla="*/ 2853267 w 2853267"/>
              <a:gd name="connsiteY2" fmla="*/ 6858000 h 6866467"/>
              <a:gd name="connsiteX3" fmla="*/ 2853267 w 2853267"/>
              <a:gd name="connsiteY3" fmla="*/ 0 h 6866467"/>
              <a:gd name="connsiteX4" fmla="*/ 0 w 2853267"/>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Freeform 23"/>
          <p:cNvSpPr/>
          <p:nvPr/>
        </p:nvSpPr>
        <p:spPr>
          <a:xfrm>
            <a:off x="8295776" y="-8467"/>
            <a:ext cx="857530" cy="6866467"/>
          </a:xfrm>
          <a:custGeom>
            <a:avLst/>
            <a:gdLst>
              <a:gd name="connsiteX0" fmla="*/ 1016000 w 1286933"/>
              <a:gd name="connsiteY0" fmla="*/ 0 h 6866467"/>
              <a:gd name="connsiteX1" fmla="*/ 0 w 1286933"/>
              <a:gd name="connsiteY1" fmla="*/ 6866467 h 6866467"/>
              <a:gd name="connsiteX2" fmla="*/ 1286933 w 1286933"/>
              <a:gd name="connsiteY2" fmla="*/ 6866467 h 6866467"/>
              <a:gd name="connsiteX3" fmla="*/ 1278466 w 1286933"/>
              <a:gd name="connsiteY3" fmla="*/ 0 h 6866467"/>
              <a:gd name="connsiteX4" fmla="*/ 1016000 w 1286933"/>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Freeform 24"/>
          <p:cNvSpPr/>
          <p:nvPr/>
        </p:nvSpPr>
        <p:spPr>
          <a:xfrm>
            <a:off x="8077231" y="-8468"/>
            <a:ext cx="1066770" cy="6866467"/>
          </a:xfrm>
          <a:custGeom>
            <a:avLst/>
            <a:gdLst>
              <a:gd name="connsiteX0" fmla="*/ 0 w 1244600"/>
              <a:gd name="connsiteY0" fmla="*/ 0 h 6874934"/>
              <a:gd name="connsiteX1" fmla="*/ 1117600 w 1244600"/>
              <a:gd name="connsiteY1" fmla="*/ 6866467 h 6874934"/>
              <a:gd name="connsiteX2" fmla="*/ 1244600 w 1244600"/>
              <a:gd name="connsiteY2" fmla="*/ 6874934 h 6874934"/>
              <a:gd name="connsiteX3" fmla="*/ 1236134 w 1244600"/>
              <a:gd name="connsiteY3" fmla="*/ 0 h 6874934"/>
              <a:gd name="connsiteX4" fmla="*/ 0 w 1244600"/>
              <a:gd name="connsiteY4" fmla="*/ 0 h 6874934"/>
              <a:gd name="connsiteX0" fmla="*/ 0 w 1253067"/>
              <a:gd name="connsiteY0" fmla="*/ 0 h 6874934"/>
              <a:gd name="connsiteX1" fmla="*/ 1117600 w 1253067"/>
              <a:gd name="connsiteY1" fmla="*/ 6866467 h 6874934"/>
              <a:gd name="connsiteX2" fmla="*/ 1244600 w 1253067"/>
              <a:gd name="connsiteY2" fmla="*/ 6874934 h 6874934"/>
              <a:gd name="connsiteX3" fmla="*/ 1253067 w 1253067"/>
              <a:gd name="connsiteY3" fmla="*/ 0 h 6874934"/>
              <a:gd name="connsiteX4" fmla="*/ 0 w 1253067"/>
              <a:gd name="connsiteY4" fmla="*/ 0 h 6874934"/>
              <a:gd name="connsiteX0" fmla="*/ 0 w 1270244"/>
              <a:gd name="connsiteY0" fmla="*/ 0 h 6866467"/>
              <a:gd name="connsiteX1" fmla="*/ 1117600 w 1270244"/>
              <a:gd name="connsiteY1" fmla="*/ 6866467 h 6866467"/>
              <a:gd name="connsiteX2" fmla="*/ 1270000 w 1270244"/>
              <a:gd name="connsiteY2" fmla="*/ 6866467 h 6866467"/>
              <a:gd name="connsiteX3" fmla="*/ 1253067 w 1270244"/>
              <a:gd name="connsiteY3" fmla="*/ 0 h 6866467"/>
              <a:gd name="connsiteX4" fmla="*/ 0 w 1270244"/>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 name="Freeform 25"/>
          <p:cNvSpPr/>
          <p:nvPr/>
        </p:nvSpPr>
        <p:spPr>
          <a:xfrm>
            <a:off x="8060297" y="4893733"/>
            <a:ext cx="1094086" cy="1964267"/>
          </a:xfrm>
          <a:custGeom>
            <a:avLst/>
            <a:gdLst>
              <a:gd name="connsiteX0" fmla="*/ 0 w 1820333"/>
              <a:gd name="connsiteY0" fmla="*/ 3268133 h 3268133"/>
              <a:gd name="connsiteX1" fmla="*/ 1811866 w 1820333"/>
              <a:gd name="connsiteY1" fmla="*/ 0 h 3268133"/>
              <a:gd name="connsiteX2" fmla="*/ 1820333 w 1820333"/>
              <a:gd name="connsiteY2" fmla="*/ 3259666 h 3268133"/>
              <a:gd name="connsiteX3" fmla="*/ 0 w 1820333"/>
              <a:gd name="connsiteY3" fmla="*/ 3268133 h 3268133"/>
            </a:gdLst>
            <a:ahLst/>
            <a:cxnLst>
              <a:cxn ang="0">
                <a:pos x="connsiteX0" y="connsiteY0"/>
              </a:cxn>
              <a:cxn ang="0">
                <a:pos x="connsiteX1" y="connsiteY1"/>
              </a:cxn>
              <a:cxn ang="0">
                <a:pos x="connsiteX2" y="connsiteY2"/>
              </a:cxn>
              <a:cxn ang="0">
                <a:pos x="connsiteX3" y="connsiteY3"/>
              </a:cxn>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5B5BEF2-1CD6-4A07-B3B7-D4ED708CF93F}" type="datetimeFigureOut">
              <a:rPr lang="fi-FI" smtClean="0"/>
              <a:t>22.9.2012</a:t>
            </a:fld>
            <a:endParaRPr lang="fi-FI"/>
          </a:p>
        </p:txBody>
      </p:sp>
      <p:sp>
        <p:nvSpPr>
          <p:cNvPr id="5" name="Footer Placeholder 4"/>
          <p:cNvSpPr>
            <a:spLocks noGrp="1"/>
          </p:cNvSpPr>
          <p:nvPr>
            <p:ph type="ftr" sz="quarter" idx="11"/>
          </p:nvPr>
        </p:nvSpPr>
        <p:spPr/>
        <p:txBody>
          <a:bodyPr/>
          <a:lstStyle/>
          <a:p>
            <a:endParaRPr lang="fi-FI"/>
          </a:p>
        </p:txBody>
      </p:sp>
      <p:sp>
        <p:nvSpPr>
          <p:cNvPr id="6" name="Slide Number Placeholder 5"/>
          <p:cNvSpPr>
            <a:spLocks noGrp="1"/>
          </p:cNvSpPr>
          <p:nvPr>
            <p:ph type="sldNum" sz="quarter" idx="12"/>
          </p:nvPr>
        </p:nvSpPr>
        <p:spPr/>
        <p:txBody>
          <a:bodyPr/>
          <a:lstStyle/>
          <a:p>
            <a:fld id="{8A1D0451-5C4B-4195-93C3-0D9F295A816D}" type="slidenum">
              <a:rPr lang="fi-FI" smtClean="0"/>
              <a:t>‹#›</a:t>
            </a:fld>
            <a:endParaRPr lang="fi-FI"/>
          </a:p>
        </p:txBody>
      </p:sp>
    </p:spTree>
    <p:extLst>
      <p:ext uri="{BB962C8B-B14F-4D97-AF65-F5344CB8AC3E}">
        <p14:creationId xmlns:p14="http://schemas.microsoft.com/office/powerpoint/2010/main" val="6880024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2" name="Freeform 21"/>
          <p:cNvSpPr/>
          <p:nvPr/>
        </p:nvSpPr>
        <p:spPr>
          <a:xfrm>
            <a:off x="-8467" y="4013200"/>
            <a:ext cx="457200" cy="2853267"/>
          </a:xfrm>
          <a:custGeom>
            <a:avLst/>
            <a:gdLst>
              <a:gd name="connsiteX0" fmla="*/ 0 w 457200"/>
              <a:gd name="connsiteY0" fmla="*/ 0 h 2853267"/>
              <a:gd name="connsiteX1" fmla="*/ 457200 w 457200"/>
              <a:gd name="connsiteY1" fmla="*/ 2853267 h 2853267"/>
              <a:gd name="connsiteX2" fmla="*/ 0 w 457200"/>
              <a:gd name="connsiteY2" fmla="*/ 2844800 h 2853267"/>
              <a:gd name="connsiteX3" fmla="*/ 0 w 457200"/>
              <a:gd name="connsiteY3" fmla="*/ 0 h 2853267"/>
            </a:gdLst>
            <a:ahLst/>
            <a:cxnLst>
              <a:cxn ang="0">
                <a:pos x="connsiteX0" y="connsiteY0"/>
              </a:cxn>
              <a:cxn ang="0">
                <a:pos x="connsiteX1" y="connsiteY1"/>
              </a:cxn>
              <a:cxn ang="0">
                <a:pos x="connsiteX2" y="connsiteY2"/>
              </a:cxn>
              <a:cxn ang="0">
                <a:pos x="connsiteX3" y="connsiteY3"/>
              </a:cxn>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a:p>
        </p:txBody>
      </p:sp>
      <p:cxnSp>
        <p:nvCxnSpPr>
          <p:cNvPr id="26" name="Straight Connector 25"/>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6891896" y="1"/>
            <a:ext cx="2269442" cy="6866466"/>
          </a:xfrm>
          <a:custGeom>
            <a:avLst/>
            <a:gdLst>
              <a:gd name="connsiteX0" fmla="*/ 2023534 w 3005667"/>
              <a:gd name="connsiteY0" fmla="*/ 8467 h 6866467"/>
              <a:gd name="connsiteX1" fmla="*/ 0 w 3005667"/>
              <a:gd name="connsiteY1" fmla="*/ 6866467 h 6866467"/>
              <a:gd name="connsiteX2" fmla="*/ 2997200 w 3005667"/>
              <a:gd name="connsiteY2" fmla="*/ 6858000 h 6866467"/>
              <a:gd name="connsiteX3" fmla="*/ 3005667 w 3005667"/>
              <a:gd name="connsiteY3" fmla="*/ 0 h 6866467"/>
              <a:gd name="connsiteX4" fmla="*/ 2023534 w 3005667"/>
              <a:gd name="connsiteY4" fmla="*/ 8467 h 6866467"/>
              <a:gd name="connsiteX0" fmla="*/ 2023534 w 2997208"/>
              <a:gd name="connsiteY0" fmla="*/ 0 h 6858000"/>
              <a:gd name="connsiteX1" fmla="*/ 0 w 2997208"/>
              <a:gd name="connsiteY1" fmla="*/ 6858000 h 6858000"/>
              <a:gd name="connsiteX2" fmla="*/ 2997200 w 2997208"/>
              <a:gd name="connsiteY2" fmla="*/ 6849533 h 6858000"/>
              <a:gd name="connsiteX3" fmla="*/ 2260600 w 2997208"/>
              <a:gd name="connsiteY3" fmla="*/ 8466 h 6858000"/>
              <a:gd name="connsiteX4" fmla="*/ 2023534 w 2997208"/>
              <a:gd name="connsiteY4" fmla="*/ 0 h 6858000"/>
              <a:gd name="connsiteX0" fmla="*/ 2023534 w 2269442"/>
              <a:gd name="connsiteY0" fmla="*/ 0 h 6866466"/>
              <a:gd name="connsiteX1" fmla="*/ 0 w 2269442"/>
              <a:gd name="connsiteY1" fmla="*/ 6858000 h 6866466"/>
              <a:gd name="connsiteX2" fmla="*/ 2269067 w 2269442"/>
              <a:gd name="connsiteY2" fmla="*/ 6866466 h 6866466"/>
              <a:gd name="connsiteX3" fmla="*/ 2260600 w 2269442"/>
              <a:gd name="connsiteY3" fmla="*/ 8466 h 6866466"/>
              <a:gd name="connsiteX4" fmla="*/ 2023534 w 2269442"/>
              <a:gd name="connsiteY4" fmla="*/ 0 h 6866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Freeform 28"/>
          <p:cNvSpPr/>
          <p:nvPr/>
        </p:nvSpPr>
        <p:spPr>
          <a:xfrm>
            <a:off x="7205158" y="-8467"/>
            <a:ext cx="1948147" cy="6866467"/>
          </a:xfrm>
          <a:custGeom>
            <a:avLst/>
            <a:gdLst>
              <a:gd name="connsiteX0" fmla="*/ 0 w 2590800"/>
              <a:gd name="connsiteY0" fmla="*/ 0 h 6866467"/>
              <a:gd name="connsiteX1" fmla="*/ 1202267 w 2590800"/>
              <a:gd name="connsiteY1" fmla="*/ 6866467 h 6866467"/>
              <a:gd name="connsiteX2" fmla="*/ 2590800 w 2590800"/>
              <a:gd name="connsiteY2" fmla="*/ 6866467 h 6866467"/>
              <a:gd name="connsiteX3" fmla="*/ 2582333 w 2590800"/>
              <a:gd name="connsiteY3" fmla="*/ 0 h 6866467"/>
              <a:gd name="connsiteX4" fmla="*/ 0 w 2590800"/>
              <a:gd name="connsiteY4" fmla="*/ 0 h 6866467"/>
              <a:gd name="connsiteX0" fmla="*/ 0 w 2590800"/>
              <a:gd name="connsiteY0" fmla="*/ 0 h 6866467"/>
              <a:gd name="connsiteX1" fmla="*/ 1202267 w 2590800"/>
              <a:gd name="connsiteY1" fmla="*/ 6866467 h 6866467"/>
              <a:gd name="connsiteX2" fmla="*/ 2590800 w 2590800"/>
              <a:gd name="connsiteY2" fmla="*/ 6866467 h 6866467"/>
              <a:gd name="connsiteX3" fmla="*/ 1947333 w 2590800"/>
              <a:gd name="connsiteY3" fmla="*/ 0 h 6866467"/>
              <a:gd name="connsiteX4" fmla="*/ 0 w 2590800"/>
              <a:gd name="connsiteY4" fmla="*/ 0 h 6866467"/>
              <a:gd name="connsiteX0" fmla="*/ 0 w 1948147"/>
              <a:gd name="connsiteY0" fmla="*/ 0 h 6866467"/>
              <a:gd name="connsiteX1" fmla="*/ 1202267 w 1948147"/>
              <a:gd name="connsiteY1" fmla="*/ 6866467 h 6866467"/>
              <a:gd name="connsiteX2" fmla="*/ 1947333 w 1948147"/>
              <a:gd name="connsiteY2" fmla="*/ 6866467 h 6866467"/>
              <a:gd name="connsiteX3" fmla="*/ 1947333 w 1948147"/>
              <a:gd name="connsiteY3" fmla="*/ 0 h 6866467"/>
              <a:gd name="connsiteX4" fmla="*/ 0 w 1948147"/>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Freeform 29"/>
          <p:cNvSpPr/>
          <p:nvPr/>
        </p:nvSpPr>
        <p:spPr>
          <a:xfrm>
            <a:off x="6637896" y="3920066"/>
            <a:ext cx="2513565" cy="2937933"/>
          </a:xfrm>
          <a:custGeom>
            <a:avLst/>
            <a:gdLst>
              <a:gd name="connsiteX0" fmla="*/ 0 w 3259667"/>
              <a:gd name="connsiteY0" fmla="*/ 3810000 h 3810000"/>
              <a:gd name="connsiteX1" fmla="*/ 3251200 w 3259667"/>
              <a:gd name="connsiteY1" fmla="*/ 0 h 3810000"/>
              <a:gd name="connsiteX2" fmla="*/ 3259667 w 3259667"/>
              <a:gd name="connsiteY2" fmla="*/ 3810000 h 3810000"/>
              <a:gd name="connsiteX3" fmla="*/ 0 w 3259667"/>
              <a:gd name="connsiteY3" fmla="*/ 3810000 h 3810000"/>
            </a:gdLst>
            <a:ahLst/>
            <a:cxnLst>
              <a:cxn ang="0">
                <a:pos x="connsiteX0" y="connsiteY0"/>
              </a:cxn>
              <a:cxn ang="0">
                <a:pos x="connsiteX1" y="connsiteY1"/>
              </a:cxn>
              <a:cxn ang="0">
                <a:pos x="connsiteX2" y="connsiteY2"/>
              </a:cxn>
              <a:cxn ang="0">
                <a:pos x="connsiteX3" y="connsiteY3"/>
              </a:cxn>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Freeform 30"/>
          <p:cNvSpPr/>
          <p:nvPr/>
        </p:nvSpPr>
        <p:spPr>
          <a:xfrm>
            <a:off x="7010429" y="-8467"/>
            <a:ext cx="2142876" cy="6866467"/>
          </a:xfrm>
          <a:custGeom>
            <a:avLst/>
            <a:gdLst>
              <a:gd name="connsiteX0" fmla="*/ 0 w 2853267"/>
              <a:gd name="connsiteY0" fmla="*/ 0 h 6866467"/>
              <a:gd name="connsiteX1" fmla="*/ 2472267 w 2853267"/>
              <a:gd name="connsiteY1" fmla="*/ 6866467 h 6866467"/>
              <a:gd name="connsiteX2" fmla="*/ 2853267 w 2853267"/>
              <a:gd name="connsiteY2" fmla="*/ 6858000 h 6866467"/>
              <a:gd name="connsiteX3" fmla="*/ 2853267 w 2853267"/>
              <a:gd name="connsiteY3" fmla="*/ 0 h 6866467"/>
              <a:gd name="connsiteX4" fmla="*/ 0 w 2853267"/>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Freeform 31"/>
          <p:cNvSpPr/>
          <p:nvPr/>
        </p:nvSpPr>
        <p:spPr>
          <a:xfrm>
            <a:off x="8295776" y="-8467"/>
            <a:ext cx="857530" cy="6866467"/>
          </a:xfrm>
          <a:custGeom>
            <a:avLst/>
            <a:gdLst>
              <a:gd name="connsiteX0" fmla="*/ 1016000 w 1286933"/>
              <a:gd name="connsiteY0" fmla="*/ 0 h 6866467"/>
              <a:gd name="connsiteX1" fmla="*/ 0 w 1286933"/>
              <a:gd name="connsiteY1" fmla="*/ 6866467 h 6866467"/>
              <a:gd name="connsiteX2" fmla="*/ 1286933 w 1286933"/>
              <a:gd name="connsiteY2" fmla="*/ 6866467 h 6866467"/>
              <a:gd name="connsiteX3" fmla="*/ 1278466 w 1286933"/>
              <a:gd name="connsiteY3" fmla="*/ 0 h 6866467"/>
              <a:gd name="connsiteX4" fmla="*/ 1016000 w 1286933"/>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Freeform 32"/>
          <p:cNvSpPr/>
          <p:nvPr/>
        </p:nvSpPr>
        <p:spPr>
          <a:xfrm>
            <a:off x="8077231" y="-8468"/>
            <a:ext cx="1066770" cy="6866467"/>
          </a:xfrm>
          <a:custGeom>
            <a:avLst/>
            <a:gdLst>
              <a:gd name="connsiteX0" fmla="*/ 0 w 1244600"/>
              <a:gd name="connsiteY0" fmla="*/ 0 h 6874934"/>
              <a:gd name="connsiteX1" fmla="*/ 1117600 w 1244600"/>
              <a:gd name="connsiteY1" fmla="*/ 6866467 h 6874934"/>
              <a:gd name="connsiteX2" fmla="*/ 1244600 w 1244600"/>
              <a:gd name="connsiteY2" fmla="*/ 6874934 h 6874934"/>
              <a:gd name="connsiteX3" fmla="*/ 1236134 w 1244600"/>
              <a:gd name="connsiteY3" fmla="*/ 0 h 6874934"/>
              <a:gd name="connsiteX4" fmla="*/ 0 w 1244600"/>
              <a:gd name="connsiteY4" fmla="*/ 0 h 6874934"/>
              <a:gd name="connsiteX0" fmla="*/ 0 w 1253067"/>
              <a:gd name="connsiteY0" fmla="*/ 0 h 6874934"/>
              <a:gd name="connsiteX1" fmla="*/ 1117600 w 1253067"/>
              <a:gd name="connsiteY1" fmla="*/ 6866467 h 6874934"/>
              <a:gd name="connsiteX2" fmla="*/ 1244600 w 1253067"/>
              <a:gd name="connsiteY2" fmla="*/ 6874934 h 6874934"/>
              <a:gd name="connsiteX3" fmla="*/ 1253067 w 1253067"/>
              <a:gd name="connsiteY3" fmla="*/ 0 h 6874934"/>
              <a:gd name="connsiteX4" fmla="*/ 0 w 1253067"/>
              <a:gd name="connsiteY4" fmla="*/ 0 h 6874934"/>
              <a:gd name="connsiteX0" fmla="*/ 0 w 1270244"/>
              <a:gd name="connsiteY0" fmla="*/ 0 h 6866467"/>
              <a:gd name="connsiteX1" fmla="*/ 1117600 w 1270244"/>
              <a:gd name="connsiteY1" fmla="*/ 6866467 h 6866467"/>
              <a:gd name="connsiteX2" fmla="*/ 1270000 w 1270244"/>
              <a:gd name="connsiteY2" fmla="*/ 6866467 h 6866467"/>
              <a:gd name="connsiteX3" fmla="*/ 1253067 w 1270244"/>
              <a:gd name="connsiteY3" fmla="*/ 0 h 6866467"/>
              <a:gd name="connsiteX4" fmla="*/ 0 w 1270244"/>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4" name="Freeform 33"/>
          <p:cNvSpPr/>
          <p:nvPr/>
        </p:nvSpPr>
        <p:spPr>
          <a:xfrm>
            <a:off x="8060297" y="4893733"/>
            <a:ext cx="1094086" cy="1964267"/>
          </a:xfrm>
          <a:custGeom>
            <a:avLst/>
            <a:gdLst>
              <a:gd name="connsiteX0" fmla="*/ 0 w 1820333"/>
              <a:gd name="connsiteY0" fmla="*/ 3268133 h 3268133"/>
              <a:gd name="connsiteX1" fmla="*/ 1811866 w 1820333"/>
              <a:gd name="connsiteY1" fmla="*/ 0 h 3268133"/>
              <a:gd name="connsiteX2" fmla="*/ 1820333 w 1820333"/>
              <a:gd name="connsiteY2" fmla="*/ 3259666 h 3268133"/>
              <a:gd name="connsiteX3" fmla="*/ 0 w 1820333"/>
              <a:gd name="connsiteY3" fmla="*/ 3268133 h 3268133"/>
            </a:gdLst>
            <a:ahLst/>
            <a:cxnLst>
              <a:cxn ang="0">
                <a:pos x="connsiteX0" y="connsiteY0"/>
              </a:cxn>
              <a:cxn ang="0">
                <a:pos x="connsiteX1" y="connsiteY1"/>
              </a:cxn>
              <a:cxn ang="0">
                <a:pos x="connsiteX2" y="connsiteY2"/>
              </a:cxn>
              <a:cxn ang="0">
                <a:pos x="connsiteX3" y="connsiteY3"/>
              </a:cxn>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5B5BEF2-1CD6-4A07-B3B7-D4ED708CF93F}" type="datetimeFigureOut">
              <a:rPr lang="fi-FI" smtClean="0"/>
              <a:t>22.9.2012</a:t>
            </a:fld>
            <a:endParaRPr lang="fi-FI"/>
          </a:p>
        </p:txBody>
      </p:sp>
      <p:sp>
        <p:nvSpPr>
          <p:cNvPr id="5" name="Footer Placeholder 4"/>
          <p:cNvSpPr>
            <a:spLocks noGrp="1"/>
          </p:cNvSpPr>
          <p:nvPr>
            <p:ph type="ftr" sz="quarter" idx="11"/>
          </p:nvPr>
        </p:nvSpPr>
        <p:spPr/>
        <p:txBody>
          <a:bodyPr/>
          <a:lstStyle/>
          <a:p>
            <a:endParaRPr lang="fi-FI"/>
          </a:p>
        </p:txBody>
      </p:sp>
      <p:sp>
        <p:nvSpPr>
          <p:cNvPr id="6" name="Slide Number Placeholder 5"/>
          <p:cNvSpPr>
            <a:spLocks noGrp="1"/>
          </p:cNvSpPr>
          <p:nvPr>
            <p:ph type="sldNum" sz="quarter" idx="12"/>
          </p:nvPr>
        </p:nvSpPr>
        <p:spPr/>
        <p:txBody>
          <a:bodyPr/>
          <a:lstStyle/>
          <a:p>
            <a:fld id="{8A1D0451-5C4B-4195-93C3-0D9F295A816D}" type="slidenum">
              <a:rPr lang="fi-FI" smtClean="0"/>
              <a:t>‹#›</a:t>
            </a:fld>
            <a:endParaRPr lang="fi-FI"/>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baseline="0" dirty="0" smtClean="0">
                <a:ln w="3175" cmpd="sng">
                  <a:noFill/>
                </a:ln>
                <a:solidFill>
                  <a:schemeClr val="accent1">
                    <a:lumMod val="60000"/>
                    <a:lumOff val="40000"/>
                  </a:schemeClr>
                </a:solidFill>
                <a:effectLst/>
                <a:latin typeface="Arial"/>
              </a:rPr>
              <a:t>“</a:t>
            </a:r>
            <a:endParaRPr lang="en-US" sz="8000" baseline="0" dirty="0">
              <a:ln w="3175" cmpd="sng">
                <a:noFill/>
              </a:ln>
              <a:solidFill>
                <a:schemeClr val="accent1">
                  <a:lumMod val="60000"/>
                  <a:lumOff val="40000"/>
                </a:schemeClr>
              </a:solidFill>
              <a:effectLst/>
              <a:latin typeface="Arial"/>
            </a:endParaRP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defPPr>
              <a:defRPr lang="en-US"/>
            </a:defPPr>
            <a:lvl1pPr lvl="0">
              <a:spcBef>
                <a:spcPct val="0"/>
              </a:spcBef>
              <a:buNone/>
              <a:defRPr sz="8000" b="0" cap="all" baseline="0">
                <a:ln w="3175" cmpd="sng">
                  <a:noFill/>
                </a:ln>
                <a:effectLst/>
                <a:latin typeface="Arial"/>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dirty="0" smtClean="0">
                <a:solidFill>
                  <a:schemeClr val="accent1">
                    <a:lumMod val="60000"/>
                    <a:lumOff val="40000"/>
                  </a:schemeClr>
                </a:solidFill>
              </a:rPr>
              <a:t>”</a:t>
            </a:r>
            <a:endParaRPr lang="en-US" dirty="0">
              <a:solidFill>
                <a:schemeClr val="accent1">
                  <a:lumMod val="60000"/>
                  <a:lumOff val="40000"/>
                </a:schemeClr>
              </a:solidFill>
            </a:endParaRPr>
          </a:p>
        </p:txBody>
      </p:sp>
    </p:spTree>
    <p:extLst>
      <p:ext uri="{BB962C8B-B14F-4D97-AF65-F5344CB8AC3E}">
        <p14:creationId xmlns:p14="http://schemas.microsoft.com/office/powerpoint/2010/main" val="30390669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Name Card">
    <p:spTree>
      <p:nvGrpSpPr>
        <p:cNvPr id="1" name=""/>
        <p:cNvGrpSpPr/>
        <p:nvPr/>
      </p:nvGrpSpPr>
      <p:grpSpPr>
        <a:xfrm>
          <a:off x="0" y="0"/>
          <a:ext cx="0" cy="0"/>
          <a:chOff x="0" y="0"/>
          <a:chExt cx="0" cy="0"/>
        </a:xfrm>
      </p:grpSpPr>
      <p:sp>
        <p:nvSpPr>
          <p:cNvPr id="27" name="Freeform 26"/>
          <p:cNvSpPr/>
          <p:nvPr/>
        </p:nvSpPr>
        <p:spPr>
          <a:xfrm>
            <a:off x="-8467" y="4013200"/>
            <a:ext cx="457200" cy="2853267"/>
          </a:xfrm>
          <a:custGeom>
            <a:avLst/>
            <a:gdLst>
              <a:gd name="connsiteX0" fmla="*/ 0 w 457200"/>
              <a:gd name="connsiteY0" fmla="*/ 0 h 2853267"/>
              <a:gd name="connsiteX1" fmla="*/ 457200 w 457200"/>
              <a:gd name="connsiteY1" fmla="*/ 2853267 h 2853267"/>
              <a:gd name="connsiteX2" fmla="*/ 0 w 457200"/>
              <a:gd name="connsiteY2" fmla="*/ 2844800 h 2853267"/>
              <a:gd name="connsiteX3" fmla="*/ 0 w 457200"/>
              <a:gd name="connsiteY3" fmla="*/ 0 h 2853267"/>
            </a:gdLst>
            <a:ahLst/>
            <a:cxnLst>
              <a:cxn ang="0">
                <a:pos x="connsiteX0" y="connsiteY0"/>
              </a:cxn>
              <a:cxn ang="0">
                <a:pos x="connsiteX1" y="connsiteY1"/>
              </a:cxn>
              <a:cxn ang="0">
                <a:pos x="connsiteX2" y="connsiteY2"/>
              </a:cxn>
              <a:cxn ang="0">
                <a:pos x="connsiteX3" y="connsiteY3"/>
              </a:cxn>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a:p>
        </p:txBody>
      </p:sp>
      <p:cxnSp>
        <p:nvCxnSpPr>
          <p:cNvPr id="18" name="Straight Connector 1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20" name="Freeform 19"/>
          <p:cNvSpPr/>
          <p:nvPr/>
        </p:nvSpPr>
        <p:spPr>
          <a:xfrm>
            <a:off x="6891896" y="1"/>
            <a:ext cx="2269442" cy="6866466"/>
          </a:xfrm>
          <a:custGeom>
            <a:avLst/>
            <a:gdLst>
              <a:gd name="connsiteX0" fmla="*/ 2023534 w 3005667"/>
              <a:gd name="connsiteY0" fmla="*/ 8467 h 6866467"/>
              <a:gd name="connsiteX1" fmla="*/ 0 w 3005667"/>
              <a:gd name="connsiteY1" fmla="*/ 6866467 h 6866467"/>
              <a:gd name="connsiteX2" fmla="*/ 2997200 w 3005667"/>
              <a:gd name="connsiteY2" fmla="*/ 6858000 h 6866467"/>
              <a:gd name="connsiteX3" fmla="*/ 3005667 w 3005667"/>
              <a:gd name="connsiteY3" fmla="*/ 0 h 6866467"/>
              <a:gd name="connsiteX4" fmla="*/ 2023534 w 3005667"/>
              <a:gd name="connsiteY4" fmla="*/ 8467 h 6866467"/>
              <a:gd name="connsiteX0" fmla="*/ 2023534 w 2997208"/>
              <a:gd name="connsiteY0" fmla="*/ 0 h 6858000"/>
              <a:gd name="connsiteX1" fmla="*/ 0 w 2997208"/>
              <a:gd name="connsiteY1" fmla="*/ 6858000 h 6858000"/>
              <a:gd name="connsiteX2" fmla="*/ 2997200 w 2997208"/>
              <a:gd name="connsiteY2" fmla="*/ 6849533 h 6858000"/>
              <a:gd name="connsiteX3" fmla="*/ 2260600 w 2997208"/>
              <a:gd name="connsiteY3" fmla="*/ 8466 h 6858000"/>
              <a:gd name="connsiteX4" fmla="*/ 2023534 w 2997208"/>
              <a:gd name="connsiteY4" fmla="*/ 0 h 6858000"/>
              <a:gd name="connsiteX0" fmla="*/ 2023534 w 2269442"/>
              <a:gd name="connsiteY0" fmla="*/ 0 h 6866466"/>
              <a:gd name="connsiteX1" fmla="*/ 0 w 2269442"/>
              <a:gd name="connsiteY1" fmla="*/ 6858000 h 6866466"/>
              <a:gd name="connsiteX2" fmla="*/ 2269067 w 2269442"/>
              <a:gd name="connsiteY2" fmla="*/ 6866466 h 6866466"/>
              <a:gd name="connsiteX3" fmla="*/ 2260600 w 2269442"/>
              <a:gd name="connsiteY3" fmla="*/ 8466 h 6866466"/>
              <a:gd name="connsiteX4" fmla="*/ 2023534 w 2269442"/>
              <a:gd name="connsiteY4" fmla="*/ 0 h 6866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Freeform 20"/>
          <p:cNvSpPr/>
          <p:nvPr/>
        </p:nvSpPr>
        <p:spPr>
          <a:xfrm>
            <a:off x="7205158" y="-8467"/>
            <a:ext cx="1948147" cy="6866467"/>
          </a:xfrm>
          <a:custGeom>
            <a:avLst/>
            <a:gdLst>
              <a:gd name="connsiteX0" fmla="*/ 0 w 2590800"/>
              <a:gd name="connsiteY0" fmla="*/ 0 h 6866467"/>
              <a:gd name="connsiteX1" fmla="*/ 1202267 w 2590800"/>
              <a:gd name="connsiteY1" fmla="*/ 6866467 h 6866467"/>
              <a:gd name="connsiteX2" fmla="*/ 2590800 w 2590800"/>
              <a:gd name="connsiteY2" fmla="*/ 6866467 h 6866467"/>
              <a:gd name="connsiteX3" fmla="*/ 2582333 w 2590800"/>
              <a:gd name="connsiteY3" fmla="*/ 0 h 6866467"/>
              <a:gd name="connsiteX4" fmla="*/ 0 w 2590800"/>
              <a:gd name="connsiteY4" fmla="*/ 0 h 6866467"/>
              <a:gd name="connsiteX0" fmla="*/ 0 w 2590800"/>
              <a:gd name="connsiteY0" fmla="*/ 0 h 6866467"/>
              <a:gd name="connsiteX1" fmla="*/ 1202267 w 2590800"/>
              <a:gd name="connsiteY1" fmla="*/ 6866467 h 6866467"/>
              <a:gd name="connsiteX2" fmla="*/ 2590800 w 2590800"/>
              <a:gd name="connsiteY2" fmla="*/ 6866467 h 6866467"/>
              <a:gd name="connsiteX3" fmla="*/ 1947333 w 2590800"/>
              <a:gd name="connsiteY3" fmla="*/ 0 h 6866467"/>
              <a:gd name="connsiteX4" fmla="*/ 0 w 2590800"/>
              <a:gd name="connsiteY4" fmla="*/ 0 h 6866467"/>
              <a:gd name="connsiteX0" fmla="*/ 0 w 1948147"/>
              <a:gd name="connsiteY0" fmla="*/ 0 h 6866467"/>
              <a:gd name="connsiteX1" fmla="*/ 1202267 w 1948147"/>
              <a:gd name="connsiteY1" fmla="*/ 6866467 h 6866467"/>
              <a:gd name="connsiteX2" fmla="*/ 1947333 w 1948147"/>
              <a:gd name="connsiteY2" fmla="*/ 6866467 h 6866467"/>
              <a:gd name="connsiteX3" fmla="*/ 1947333 w 1948147"/>
              <a:gd name="connsiteY3" fmla="*/ 0 h 6866467"/>
              <a:gd name="connsiteX4" fmla="*/ 0 w 1948147"/>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Freeform 21"/>
          <p:cNvSpPr/>
          <p:nvPr/>
        </p:nvSpPr>
        <p:spPr>
          <a:xfrm>
            <a:off x="6637896" y="3920066"/>
            <a:ext cx="2513565" cy="2937933"/>
          </a:xfrm>
          <a:custGeom>
            <a:avLst/>
            <a:gdLst>
              <a:gd name="connsiteX0" fmla="*/ 0 w 3259667"/>
              <a:gd name="connsiteY0" fmla="*/ 3810000 h 3810000"/>
              <a:gd name="connsiteX1" fmla="*/ 3251200 w 3259667"/>
              <a:gd name="connsiteY1" fmla="*/ 0 h 3810000"/>
              <a:gd name="connsiteX2" fmla="*/ 3259667 w 3259667"/>
              <a:gd name="connsiteY2" fmla="*/ 3810000 h 3810000"/>
              <a:gd name="connsiteX3" fmla="*/ 0 w 3259667"/>
              <a:gd name="connsiteY3" fmla="*/ 3810000 h 3810000"/>
            </a:gdLst>
            <a:ahLst/>
            <a:cxnLst>
              <a:cxn ang="0">
                <a:pos x="connsiteX0" y="connsiteY0"/>
              </a:cxn>
              <a:cxn ang="0">
                <a:pos x="connsiteX1" y="connsiteY1"/>
              </a:cxn>
              <a:cxn ang="0">
                <a:pos x="connsiteX2" y="connsiteY2"/>
              </a:cxn>
              <a:cxn ang="0">
                <a:pos x="connsiteX3" y="connsiteY3"/>
              </a:cxn>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Freeform 22"/>
          <p:cNvSpPr/>
          <p:nvPr/>
        </p:nvSpPr>
        <p:spPr>
          <a:xfrm>
            <a:off x="7010429" y="-8467"/>
            <a:ext cx="2142876" cy="6866467"/>
          </a:xfrm>
          <a:custGeom>
            <a:avLst/>
            <a:gdLst>
              <a:gd name="connsiteX0" fmla="*/ 0 w 2853267"/>
              <a:gd name="connsiteY0" fmla="*/ 0 h 6866467"/>
              <a:gd name="connsiteX1" fmla="*/ 2472267 w 2853267"/>
              <a:gd name="connsiteY1" fmla="*/ 6866467 h 6866467"/>
              <a:gd name="connsiteX2" fmla="*/ 2853267 w 2853267"/>
              <a:gd name="connsiteY2" fmla="*/ 6858000 h 6866467"/>
              <a:gd name="connsiteX3" fmla="*/ 2853267 w 2853267"/>
              <a:gd name="connsiteY3" fmla="*/ 0 h 6866467"/>
              <a:gd name="connsiteX4" fmla="*/ 0 w 2853267"/>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Freeform 23"/>
          <p:cNvSpPr/>
          <p:nvPr/>
        </p:nvSpPr>
        <p:spPr>
          <a:xfrm>
            <a:off x="8295776" y="-8467"/>
            <a:ext cx="857530" cy="6866467"/>
          </a:xfrm>
          <a:custGeom>
            <a:avLst/>
            <a:gdLst>
              <a:gd name="connsiteX0" fmla="*/ 1016000 w 1286933"/>
              <a:gd name="connsiteY0" fmla="*/ 0 h 6866467"/>
              <a:gd name="connsiteX1" fmla="*/ 0 w 1286933"/>
              <a:gd name="connsiteY1" fmla="*/ 6866467 h 6866467"/>
              <a:gd name="connsiteX2" fmla="*/ 1286933 w 1286933"/>
              <a:gd name="connsiteY2" fmla="*/ 6866467 h 6866467"/>
              <a:gd name="connsiteX3" fmla="*/ 1278466 w 1286933"/>
              <a:gd name="connsiteY3" fmla="*/ 0 h 6866467"/>
              <a:gd name="connsiteX4" fmla="*/ 1016000 w 1286933"/>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Freeform 24"/>
          <p:cNvSpPr/>
          <p:nvPr/>
        </p:nvSpPr>
        <p:spPr>
          <a:xfrm>
            <a:off x="8077231" y="-8468"/>
            <a:ext cx="1066770" cy="6866467"/>
          </a:xfrm>
          <a:custGeom>
            <a:avLst/>
            <a:gdLst>
              <a:gd name="connsiteX0" fmla="*/ 0 w 1244600"/>
              <a:gd name="connsiteY0" fmla="*/ 0 h 6874934"/>
              <a:gd name="connsiteX1" fmla="*/ 1117600 w 1244600"/>
              <a:gd name="connsiteY1" fmla="*/ 6866467 h 6874934"/>
              <a:gd name="connsiteX2" fmla="*/ 1244600 w 1244600"/>
              <a:gd name="connsiteY2" fmla="*/ 6874934 h 6874934"/>
              <a:gd name="connsiteX3" fmla="*/ 1236134 w 1244600"/>
              <a:gd name="connsiteY3" fmla="*/ 0 h 6874934"/>
              <a:gd name="connsiteX4" fmla="*/ 0 w 1244600"/>
              <a:gd name="connsiteY4" fmla="*/ 0 h 6874934"/>
              <a:gd name="connsiteX0" fmla="*/ 0 w 1253067"/>
              <a:gd name="connsiteY0" fmla="*/ 0 h 6874934"/>
              <a:gd name="connsiteX1" fmla="*/ 1117600 w 1253067"/>
              <a:gd name="connsiteY1" fmla="*/ 6866467 h 6874934"/>
              <a:gd name="connsiteX2" fmla="*/ 1244600 w 1253067"/>
              <a:gd name="connsiteY2" fmla="*/ 6874934 h 6874934"/>
              <a:gd name="connsiteX3" fmla="*/ 1253067 w 1253067"/>
              <a:gd name="connsiteY3" fmla="*/ 0 h 6874934"/>
              <a:gd name="connsiteX4" fmla="*/ 0 w 1253067"/>
              <a:gd name="connsiteY4" fmla="*/ 0 h 6874934"/>
              <a:gd name="connsiteX0" fmla="*/ 0 w 1270244"/>
              <a:gd name="connsiteY0" fmla="*/ 0 h 6866467"/>
              <a:gd name="connsiteX1" fmla="*/ 1117600 w 1270244"/>
              <a:gd name="connsiteY1" fmla="*/ 6866467 h 6866467"/>
              <a:gd name="connsiteX2" fmla="*/ 1270000 w 1270244"/>
              <a:gd name="connsiteY2" fmla="*/ 6866467 h 6866467"/>
              <a:gd name="connsiteX3" fmla="*/ 1253067 w 1270244"/>
              <a:gd name="connsiteY3" fmla="*/ 0 h 6866467"/>
              <a:gd name="connsiteX4" fmla="*/ 0 w 1270244"/>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 name="Freeform 25"/>
          <p:cNvSpPr/>
          <p:nvPr/>
        </p:nvSpPr>
        <p:spPr>
          <a:xfrm>
            <a:off x="8060297" y="4893733"/>
            <a:ext cx="1094086" cy="1964267"/>
          </a:xfrm>
          <a:custGeom>
            <a:avLst/>
            <a:gdLst>
              <a:gd name="connsiteX0" fmla="*/ 0 w 1820333"/>
              <a:gd name="connsiteY0" fmla="*/ 3268133 h 3268133"/>
              <a:gd name="connsiteX1" fmla="*/ 1811866 w 1820333"/>
              <a:gd name="connsiteY1" fmla="*/ 0 h 3268133"/>
              <a:gd name="connsiteX2" fmla="*/ 1820333 w 1820333"/>
              <a:gd name="connsiteY2" fmla="*/ 3259666 h 3268133"/>
              <a:gd name="connsiteX3" fmla="*/ 0 w 1820333"/>
              <a:gd name="connsiteY3" fmla="*/ 3268133 h 3268133"/>
            </a:gdLst>
            <a:ahLst/>
            <a:cxnLst>
              <a:cxn ang="0">
                <a:pos x="connsiteX0" y="connsiteY0"/>
              </a:cxn>
              <a:cxn ang="0">
                <a:pos x="connsiteX1" y="connsiteY1"/>
              </a:cxn>
              <a:cxn ang="0">
                <a:pos x="connsiteX2" y="connsiteY2"/>
              </a:cxn>
              <a:cxn ang="0">
                <a:pos x="connsiteX3" y="connsiteY3"/>
              </a:cxn>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5B5BEF2-1CD6-4A07-B3B7-D4ED708CF93F}" type="datetimeFigureOut">
              <a:rPr lang="fi-FI" smtClean="0"/>
              <a:t>22.9.2012</a:t>
            </a:fld>
            <a:endParaRPr lang="fi-FI"/>
          </a:p>
        </p:txBody>
      </p:sp>
      <p:sp>
        <p:nvSpPr>
          <p:cNvPr id="5" name="Footer Placeholder 4"/>
          <p:cNvSpPr>
            <a:spLocks noGrp="1"/>
          </p:cNvSpPr>
          <p:nvPr>
            <p:ph type="ftr" sz="quarter" idx="11"/>
          </p:nvPr>
        </p:nvSpPr>
        <p:spPr/>
        <p:txBody>
          <a:bodyPr/>
          <a:lstStyle/>
          <a:p>
            <a:endParaRPr lang="fi-FI"/>
          </a:p>
        </p:txBody>
      </p:sp>
      <p:sp>
        <p:nvSpPr>
          <p:cNvPr id="6" name="Slide Number Placeholder 5"/>
          <p:cNvSpPr>
            <a:spLocks noGrp="1"/>
          </p:cNvSpPr>
          <p:nvPr>
            <p:ph type="sldNum" sz="quarter" idx="12"/>
          </p:nvPr>
        </p:nvSpPr>
        <p:spPr/>
        <p:txBody>
          <a:bodyPr/>
          <a:lstStyle/>
          <a:p>
            <a:fld id="{8A1D0451-5C4B-4195-93C3-0D9F295A816D}" type="slidenum">
              <a:rPr lang="fi-FI" smtClean="0"/>
              <a:t>‹#›</a:t>
            </a:fld>
            <a:endParaRPr lang="fi-FI"/>
          </a:p>
        </p:txBody>
      </p:sp>
    </p:spTree>
    <p:extLst>
      <p:ext uri="{BB962C8B-B14F-4D97-AF65-F5344CB8AC3E}">
        <p14:creationId xmlns:p14="http://schemas.microsoft.com/office/powerpoint/2010/main" val="31667417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33" name="Freeform 32"/>
          <p:cNvSpPr/>
          <p:nvPr/>
        </p:nvSpPr>
        <p:spPr>
          <a:xfrm>
            <a:off x="-8467" y="4013200"/>
            <a:ext cx="457200" cy="2853267"/>
          </a:xfrm>
          <a:custGeom>
            <a:avLst/>
            <a:gdLst>
              <a:gd name="connsiteX0" fmla="*/ 0 w 457200"/>
              <a:gd name="connsiteY0" fmla="*/ 0 h 2853267"/>
              <a:gd name="connsiteX1" fmla="*/ 457200 w 457200"/>
              <a:gd name="connsiteY1" fmla="*/ 2853267 h 2853267"/>
              <a:gd name="connsiteX2" fmla="*/ 0 w 457200"/>
              <a:gd name="connsiteY2" fmla="*/ 2844800 h 2853267"/>
              <a:gd name="connsiteX3" fmla="*/ 0 w 457200"/>
              <a:gd name="connsiteY3" fmla="*/ 0 h 2853267"/>
            </a:gdLst>
            <a:ahLst/>
            <a:cxnLst>
              <a:cxn ang="0">
                <a:pos x="connsiteX0" y="connsiteY0"/>
              </a:cxn>
              <a:cxn ang="0">
                <a:pos x="connsiteX1" y="connsiteY1"/>
              </a:cxn>
              <a:cxn ang="0">
                <a:pos x="connsiteX2" y="connsiteY2"/>
              </a:cxn>
              <a:cxn ang="0">
                <a:pos x="connsiteX3" y="connsiteY3"/>
              </a:cxn>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a:p>
        </p:txBody>
      </p:sp>
      <p:cxnSp>
        <p:nvCxnSpPr>
          <p:cNvPr id="20" name="Straight Connector 19"/>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26" name="Freeform 25"/>
          <p:cNvSpPr/>
          <p:nvPr/>
        </p:nvSpPr>
        <p:spPr>
          <a:xfrm>
            <a:off x="6891896" y="1"/>
            <a:ext cx="2269442" cy="6866466"/>
          </a:xfrm>
          <a:custGeom>
            <a:avLst/>
            <a:gdLst>
              <a:gd name="connsiteX0" fmla="*/ 2023534 w 3005667"/>
              <a:gd name="connsiteY0" fmla="*/ 8467 h 6866467"/>
              <a:gd name="connsiteX1" fmla="*/ 0 w 3005667"/>
              <a:gd name="connsiteY1" fmla="*/ 6866467 h 6866467"/>
              <a:gd name="connsiteX2" fmla="*/ 2997200 w 3005667"/>
              <a:gd name="connsiteY2" fmla="*/ 6858000 h 6866467"/>
              <a:gd name="connsiteX3" fmla="*/ 3005667 w 3005667"/>
              <a:gd name="connsiteY3" fmla="*/ 0 h 6866467"/>
              <a:gd name="connsiteX4" fmla="*/ 2023534 w 3005667"/>
              <a:gd name="connsiteY4" fmla="*/ 8467 h 6866467"/>
              <a:gd name="connsiteX0" fmla="*/ 2023534 w 2997208"/>
              <a:gd name="connsiteY0" fmla="*/ 0 h 6858000"/>
              <a:gd name="connsiteX1" fmla="*/ 0 w 2997208"/>
              <a:gd name="connsiteY1" fmla="*/ 6858000 h 6858000"/>
              <a:gd name="connsiteX2" fmla="*/ 2997200 w 2997208"/>
              <a:gd name="connsiteY2" fmla="*/ 6849533 h 6858000"/>
              <a:gd name="connsiteX3" fmla="*/ 2260600 w 2997208"/>
              <a:gd name="connsiteY3" fmla="*/ 8466 h 6858000"/>
              <a:gd name="connsiteX4" fmla="*/ 2023534 w 2997208"/>
              <a:gd name="connsiteY4" fmla="*/ 0 h 6858000"/>
              <a:gd name="connsiteX0" fmla="*/ 2023534 w 2269442"/>
              <a:gd name="connsiteY0" fmla="*/ 0 h 6866466"/>
              <a:gd name="connsiteX1" fmla="*/ 0 w 2269442"/>
              <a:gd name="connsiteY1" fmla="*/ 6858000 h 6866466"/>
              <a:gd name="connsiteX2" fmla="*/ 2269067 w 2269442"/>
              <a:gd name="connsiteY2" fmla="*/ 6866466 h 6866466"/>
              <a:gd name="connsiteX3" fmla="*/ 2260600 w 2269442"/>
              <a:gd name="connsiteY3" fmla="*/ 8466 h 6866466"/>
              <a:gd name="connsiteX4" fmla="*/ 2023534 w 2269442"/>
              <a:gd name="connsiteY4" fmla="*/ 0 h 6866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Freeform 26"/>
          <p:cNvSpPr/>
          <p:nvPr/>
        </p:nvSpPr>
        <p:spPr>
          <a:xfrm>
            <a:off x="7205158" y="-8467"/>
            <a:ext cx="1948147" cy="6866467"/>
          </a:xfrm>
          <a:custGeom>
            <a:avLst/>
            <a:gdLst>
              <a:gd name="connsiteX0" fmla="*/ 0 w 2590800"/>
              <a:gd name="connsiteY0" fmla="*/ 0 h 6866467"/>
              <a:gd name="connsiteX1" fmla="*/ 1202267 w 2590800"/>
              <a:gd name="connsiteY1" fmla="*/ 6866467 h 6866467"/>
              <a:gd name="connsiteX2" fmla="*/ 2590800 w 2590800"/>
              <a:gd name="connsiteY2" fmla="*/ 6866467 h 6866467"/>
              <a:gd name="connsiteX3" fmla="*/ 2582333 w 2590800"/>
              <a:gd name="connsiteY3" fmla="*/ 0 h 6866467"/>
              <a:gd name="connsiteX4" fmla="*/ 0 w 2590800"/>
              <a:gd name="connsiteY4" fmla="*/ 0 h 6866467"/>
              <a:gd name="connsiteX0" fmla="*/ 0 w 2590800"/>
              <a:gd name="connsiteY0" fmla="*/ 0 h 6866467"/>
              <a:gd name="connsiteX1" fmla="*/ 1202267 w 2590800"/>
              <a:gd name="connsiteY1" fmla="*/ 6866467 h 6866467"/>
              <a:gd name="connsiteX2" fmla="*/ 2590800 w 2590800"/>
              <a:gd name="connsiteY2" fmla="*/ 6866467 h 6866467"/>
              <a:gd name="connsiteX3" fmla="*/ 1947333 w 2590800"/>
              <a:gd name="connsiteY3" fmla="*/ 0 h 6866467"/>
              <a:gd name="connsiteX4" fmla="*/ 0 w 2590800"/>
              <a:gd name="connsiteY4" fmla="*/ 0 h 6866467"/>
              <a:gd name="connsiteX0" fmla="*/ 0 w 1948147"/>
              <a:gd name="connsiteY0" fmla="*/ 0 h 6866467"/>
              <a:gd name="connsiteX1" fmla="*/ 1202267 w 1948147"/>
              <a:gd name="connsiteY1" fmla="*/ 6866467 h 6866467"/>
              <a:gd name="connsiteX2" fmla="*/ 1947333 w 1948147"/>
              <a:gd name="connsiteY2" fmla="*/ 6866467 h 6866467"/>
              <a:gd name="connsiteX3" fmla="*/ 1947333 w 1948147"/>
              <a:gd name="connsiteY3" fmla="*/ 0 h 6866467"/>
              <a:gd name="connsiteX4" fmla="*/ 0 w 1948147"/>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Freeform 27"/>
          <p:cNvSpPr/>
          <p:nvPr/>
        </p:nvSpPr>
        <p:spPr>
          <a:xfrm>
            <a:off x="6637896" y="3920066"/>
            <a:ext cx="2513565" cy="2937933"/>
          </a:xfrm>
          <a:custGeom>
            <a:avLst/>
            <a:gdLst>
              <a:gd name="connsiteX0" fmla="*/ 0 w 3259667"/>
              <a:gd name="connsiteY0" fmla="*/ 3810000 h 3810000"/>
              <a:gd name="connsiteX1" fmla="*/ 3251200 w 3259667"/>
              <a:gd name="connsiteY1" fmla="*/ 0 h 3810000"/>
              <a:gd name="connsiteX2" fmla="*/ 3259667 w 3259667"/>
              <a:gd name="connsiteY2" fmla="*/ 3810000 h 3810000"/>
              <a:gd name="connsiteX3" fmla="*/ 0 w 3259667"/>
              <a:gd name="connsiteY3" fmla="*/ 3810000 h 3810000"/>
            </a:gdLst>
            <a:ahLst/>
            <a:cxnLst>
              <a:cxn ang="0">
                <a:pos x="connsiteX0" y="connsiteY0"/>
              </a:cxn>
              <a:cxn ang="0">
                <a:pos x="connsiteX1" y="connsiteY1"/>
              </a:cxn>
              <a:cxn ang="0">
                <a:pos x="connsiteX2" y="connsiteY2"/>
              </a:cxn>
              <a:cxn ang="0">
                <a:pos x="connsiteX3" y="connsiteY3"/>
              </a:cxn>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Freeform 28"/>
          <p:cNvSpPr/>
          <p:nvPr/>
        </p:nvSpPr>
        <p:spPr>
          <a:xfrm>
            <a:off x="7010429" y="-8467"/>
            <a:ext cx="2142876" cy="6866467"/>
          </a:xfrm>
          <a:custGeom>
            <a:avLst/>
            <a:gdLst>
              <a:gd name="connsiteX0" fmla="*/ 0 w 2853267"/>
              <a:gd name="connsiteY0" fmla="*/ 0 h 6866467"/>
              <a:gd name="connsiteX1" fmla="*/ 2472267 w 2853267"/>
              <a:gd name="connsiteY1" fmla="*/ 6866467 h 6866467"/>
              <a:gd name="connsiteX2" fmla="*/ 2853267 w 2853267"/>
              <a:gd name="connsiteY2" fmla="*/ 6858000 h 6866467"/>
              <a:gd name="connsiteX3" fmla="*/ 2853267 w 2853267"/>
              <a:gd name="connsiteY3" fmla="*/ 0 h 6866467"/>
              <a:gd name="connsiteX4" fmla="*/ 0 w 2853267"/>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Freeform 29"/>
          <p:cNvSpPr/>
          <p:nvPr/>
        </p:nvSpPr>
        <p:spPr>
          <a:xfrm>
            <a:off x="8295776" y="-8467"/>
            <a:ext cx="857530" cy="6866467"/>
          </a:xfrm>
          <a:custGeom>
            <a:avLst/>
            <a:gdLst>
              <a:gd name="connsiteX0" fmla="*/ 1016000 w 1286933"/>
              <a:gd name="connsiteY0" fmla="*/ 0 h 6866467"/>
              <a:gd name="connsiteX1" fmla="*/ 0 w 1286933"/>
              <a:gd name="connsiteY1" fmla="*/ 6866467 h 6866467"/>
              <a:gd name="connsiteX2" fmla="*/ 1286933 w 1286933"/>
              <a:gd name="connsiteY2" fmla="*/ 6866467 h 6866467"/>
              <a:gd name="connsiteX3" fmla="*/ 1278466 w 1286933"/>
              <a:gd name="connsiteY3" fmla="*/ 0 h 6866467"/>
              <a:gd name="connsiteX4" fmla="*/ 1016000 w 1286933"/>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Freeform 30"/>
          <p:cNvSpPr/>
          <p:nvPr/>
        </p:nvSpPr>
        <p:spPr>
          <a:xfrm>
            <a:off x="8077231" y="-8468"/>
            <a:ext cx="1066770" cy="6866467"/>
          </a:xfrm>
          <a:custGeom>
            <a:avLst/>
            <a:gdLst>
              <a:gd name="connsiteX0" fmla="*/ 0 w 1244600"/>
              <a:gd name="connsiteY0" fmla="*/ 0 h 6874934"/>
              <a:gd name="connsiteX1" fmla="*/ 1117600 w 1244600"/>
              <a:gd name="connsiteY1" fmla="*/ 6866467 h 6874934"/>
              <a:gd name="connsiteX2" fmla="*/ 1244600 w 1244600"/>
              <a:gd name="connsiteY2" fmla="*/ 6874934 h 6874934"/>
              <a:gd name="connsiteX3" fmla="*/ 1236134 w 1244600"/>
              <a:gd name="connsiteY3" fmla="*/ 0 h 6874934"/>
              <a:gd name="connsiteX4" fmla="*/ 0 w 1244600"/>
              <a:gd name="connsiteY4" fmla="*/ 0 h 6874934"/>
              <a:gd name="connsiteX0" fmla="*/ 0 w 1253067"/>
              <a:gd name="connsiteY0" fmla="*/ 0 h 6874934"/>
              <a:gd name="connsiteX1" fmla="*/ 1117600 w 1253067"/>
              <a:gd name="connsiteY1" fmla="*/ 6866467 h 6874934"/>
              <a:gd name="connsiteX2" fmla="*/ 1244600 w 1253067"/>
              <a:gd name="connsiteY2" fmla="*/ 6874934 h 6874934"/>
              <a:gd name="connsiteX3" fmla="*/ 1253067 w 1253067"/>
              <a:gd name="connsiteY3" fmla="*/ 0 h 6874934"/>
              <a:gd name="connsiteX4" fmla="*/ 0 w 1253067"/>
              <a:gd name="connsiteY4" fmla="*/ 0 h 6874934"/>
              <a:gd name="connsiteX0" fmla="*/ 0 w 1270244"/>
              <a:gd name="connsiteY0" fmla="*/ 0 h 6866467"/>
              <a:gd name="connsiteX1" fmla="*/ 1117600 w 1270244"/>
              <a:gd name="connsiteY1" fmla="*/ 6866467 h 6866467"/>
              <a:gd name="connsiteX2" fmla="*/ 1270000 w 1270244"/>
              <a:gd name="connsiteY2" fmla="*/ 6866467 h 6866467"/>
              <a:gd name="connsiteX3" fmla="*/ 1253067 w 1270244"/>
              <a:gd name="connsiteY3" fmla="*/ 0 h 6866467"/>
              <a:gd name="connsiteX4" fmla="*/ 0 w 1270244"/>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2" name="Freeform 31"/>
          <p:cNvSpPr/>
          <p:nvPr/>
        </p:nvSpPr>
        <p:spPr>
          <a:xfrm>
            <a:off x="8060297" y="4893733"/>
            <a:ext cx="1094086" cy="1964267"/>
          </a:xfrm>
          <a:custGeom>
            <a:avLst/>
            <a:gdLst>
              <a:gd name="connsiteX0" fmla="*/ 0 w 1820333"/>
              <a:gd name="connsiteY0" fmla="*/ 3268133 h 3268133"/>
              <a:gd name="connsiteX1" fmla="*/ 1811866 w 1820333"/>
              <a:gd name="connsiteY1" fmla="*/ 0 h 3268133"/>
              <a:gd name="connsiteX2" fmla="*/ 1820333 w 1820333"/>
              <a:gd name="connsiteY2" fmla="*/ 3259666 h 3268133"/>
              <a:gd name="connsiteX3" fmla="*/ 0 w 1820333"/>
              <a:gd name="connsiteY3" fmla="*/ 3268133 h 3268133"/>
            </a:gdLst>
            <a:ahLst/>
            <a:cxnLst>
              <a:cxn ang="0">
                <a:pos x="connsiteX0" y="connsiteY0"/>
              </a:cxn>
              <a:cxn ang="0">
                <a:pos x="connsiteX1" y="connsiteY1"/>
              </a:cxn>
              <a:cxn ang="0">
                <a:pos x="connsiteX2" y="connsiteY2"/>
              </a:cxn>
              <a:cxn ang="0">
                <a:pos x="connsiteX3" y="connsiteY3"/>
              </a:cxn>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5B5BEF2-1CD6-4A07-B3B7-D4ED708CF93F}" type="datetimeFigureOut">
              <a:rPr lang="fi-FI" smtClean="0"/>
              <a:t>22.9.2012</a:t>
            </a:fld>
            <a:endParaRPr lang="fi-FI"/>
          </a:p>
        </p:txBody>
      </p:sp>
      <p:sp>
        <p:nvSpPr>
          <p:cNvPr id="5" name="Footer Placeholder 4"/>
          <p:cNvSpPr>
            <a:spLocks noGrp="1"/>
          </p:cNvSpPr>
          <p:nvPr>
            <p:ph type="ftr" sz="quarter" idx="11"/>
          </p:nvPr>
        </p:nvSpPr>
        <p:spPr/>
        <p:txBody>
          <a:bodyPr/>
          <a:lstStyle/>
          <a:p>
            <a:endParaRPr lang="fi-FI"/>
          </a:p>
        </p:txBody>
      </p:sp>
      <p:sp>
        <p:nvSpPr>
          <p:cNvPr id="6" name="Slide Number Placeholder 5"/>
          <p:cNvSpPr>
            <a:spLocks noGrp="1"/>
          </p:cNvSpPr>
          <p:nvPr>
            <p:ph type="sldNum" sz="quarter" idx="12"/>
          </p:nvPr>
        </p:nvSpPr>
        <p:spPr/>
        <p:txBody>
          <a:bodyPr/>
          <a:lstStyle/>
          <a:p>
            <a:fld id="{8A1D0451-5C4B-4195-93C3-0D9F295A816D}" type="slidenum">
              <a:rPr lang="fi-FI" smtClean="0"/>
              <a:t>‹#›</a:t>
            </a:fld>
            <a:endParaRPr lang="fi-FI"/>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baseline="0" dirty="0" smtClean="0">
                <a:ln w="3175" cmpd="sng">
                  <a:noFill/>
                </a:ln>
                <a:solidFill>
                  <a:schemeClr val="accent1">
                    <a:lumMod val="60000"/>
                    <a:lumOff val="40000"/>
                  </a:schemeClr>
                </a:solidFill>
                <a:effectLst/>
                <a:latin typeface="Arial"/>
              </a:rPr>
              <a:t>“</a:t>
            </a:r>
            <a:endParaRPr lang="en-US" sz="8000" baseline="0" dirty="0">
              <a:ln w="3175" cmpd="sng">
                <a:noFill/>
              </a:ln>
              <a:solidFill>
                <a:schemeClr val="accent1">
                  <a:lumMod val="60000"/>
                  <a:lumOff val="40000"/>
                </a:schemeClr>
              </a:solidFill>
              <a:effectLst/>
              <a:latin typeface="Arial"/>
            </a:endParaRP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defPPr>
              <a:defRPr lang="en-US"/>
            </a:defPPr>
            <a:lvl1pPr lvl="0">
              <a:spcBef>
                <a:spcPct val="0"/>
              </a:spcBef>
              <a:buNone/>
              <a:defRPr sz="8000" b="0" cap="all" baseline="0">
                <a:ln w="3175" cmpd="sng">
                  <a:noFill/>
                </a:ln>
                <a:effectLst/>
                <a:latin typeface="Arial"/>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dirty="0" smtClean="0">
                <a:solidFill>
                  <a:schemeClr val="accent1">
                    <a:lumMod val="60000"/>
                    <a:lumOff val="40000"/>
                  </a:schemeClr>
                </a:solidFill>
              </a:rPr>
              <a:t>”</a:t>
            </a:r>
            <a:endParaRPr lang="en-US" dirty="0">
              <a:solidFill>
                <a:schemeClr val="accent1">
                  <a:lumMod val="60000"/>
                  <a:lumOff val="40000"/>
                </a:schemeClr>
              </a:solidFill>
            </a:endParaRPr>
          </a:p>
        </p:txBody>
      </p:sp>
    </p:spTree>
    <p:extLst>
      <p:ext uri="{BB962C8B-B14F-4D97-AF65-F5344CB8AC3E}">
        <p14:creationId xmlns:p14="http://schemas.microsoft.com/office/powerpoint/2010/main" val="16798146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9" name="Freeform 28"/>
          <p:cNvSpPr/>
          <p:nvPr/>
        </p:nvSpPr>
        <p:spPr>
          <a:xfrm>
            <a:off x="-8467" y="4013200"/>
            <a:ext cx="457200" cy="2853267"/>
          </a:xfrm>
          <a:custGeom>
            <a:avLst/>
            <a:gdLst>
              <a:gd name="connsiteX0" fmla="*/ 0 w 457200"/>
              <a:gd name="connsiteY0" fmla="*/ 0 h 2853267"/>
              <a:gd name="connsiteX1" fmla="*/ 457200 w 457200"/>
              <a:gd name="connsiteY1" fmla="*/ 2853267 h 2853267"/>
              <a:gd name="connsiteX2" fmla="*/ 0 w 457200"/>
              <a:gd name="connsiteY2" fmla="*/ 2844800 h 2853267"/>
              <a:gd name="connsiteX3" fmla="*/ 0 w 457200"/>
              <a:gd name="connsiteY3" fmla="*/ 0 h 2853267"/>
            </a:gdLst>
            <a:ahLst/>
            <a:cxnLst>
              <a:cxn ang="0">
                <a:pos x="connsiteX0" y="connsiteY0"/>
              </a:cxn>
              <a:cxn ang="0">
                <a:pos x="connsiteX1" y="connsiteY1"/>
              </a:cxn>
              <a:cxn ang="0">
                <a:pos x="connsiteX2" y="connsiteY2"/>
              </a:cxn>
              <a:cxn ang="0">
                <a:pos x="connsiteX3" y="connsiteY3"/>
              </a:cxn>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a:p>
        </p:txBody>
      </p:sp>
      <p:cxnSp>
        <p:nvCxnSpPr>
          <p:cNvPr id="18" name="Straight Connector 1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21" name="Freeform 20"/>
          <p:cNvSpPr/>
          <p:nvPr/>
        </p:nvSpPr>
        <p:spPr>
          <a:xfrm>
            <a:off x="6891896" y="1"/>
            <a:ext cx="2269442" cy="6866466"/>
          </a:xfrm>
          <a:custGeom>
            <a:avLst/>
            <a:gdLst>
              <a:gd name="connsiteX0" fmla="*/ 2023534 w 3005667"/>
              <a:gd name="connsiteY0" fmla="*/ 8467 h 6866467"/>
              <a:gd name="connsiteX1" fmla="*/ 0 w 3005667"/>
              <a:gd name="connsiteY1" fmla="*/ 6866467 h 6866467"/>
              <a:gd name="connsiteX2" fmla="*/ 2997200 w 3005667"/>
              <a:gd name="connsiteY2" fmla="*/ 6858000 h 6866467"/>
              <a:gd name="connsiteX3" fmla="*/ 3005667 w 3005667"/>
              <a:gd name="connsiteY3" fmla="*/ 0 h 6866467"/>
              <a:gd name="connsiteX4" fmla="*/ 2023534 w 3005667"/>
              <a:gd name="connsiteY4" fmla="*/ 8467 h 6866467"/>
              <a:gd name="connsiteX0" fmla="*/ 2023534 w 2997208"/>
              <a:gd name="connsiteY0" fmla="*/ 0 h 6858000"/>
              <a:gd name="connsiteX1" fmla="*/ 0 w 2997208"/>
              <a:gd name="connsiteY1" fmla="*/ 6858000 h 6858000"/>
              <a:gd name="connsiteX2" fmla="*/ 2997200 w 2997208"/>
              <a:gd name="connsiteY2" fmla="*/ 6849533 h 6858000"/>
              <a:gd name="connsiteX3" fmla="*/ 2260600 w 2997208"/>
              <a:gd name="connsiteY3" fmla="*/ 8466 h 6858000"/>
              <a:gd name="connsiteX4" fmla="*/ 2023534 w 2997208"/>
              <a:gd name="connsiteY4" fmla="*/ 0 h 6858000"/>
              <a:gd name="connsiteX0" fmla="*/ 2023534 w 2269442"/>
              <a:gd name="connsiteY0" fmla="*/ 0 h 6866466"/>
              <a:gd name="connsiteX1" fmla="*/ 0 w 2269442"/>
              <a:gd name="connsiteY1" fmla="*/ 6858000 h 6866466"/>
              <a:gd name="connsiteX2" fmla="*/ 2269067 w 2269442"/>
              <a:gd name="connsiteY2" fmla="*/ 6866466 h 6866466"/>
              <a:gd name="connsiteX3" fmla="*/ 2260600 w 2269442"/>
              <a:gd name="connsiteY3" fmla="*/ 8466 h 6866466"/>
              <a:gd name="connsiteX4" fmla="*/ 2023534 w 2269442"/>
              <a:gd name="connsiteY4" fmla="*/ 0 h 6866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Freeform 21"/>
          <p:cNvSpPr/>
          <p:nvPr/>
        </p:nvSpPr>
        <p:spPr>
          <a:xfrm>
            <a:off x="7205158" y="-8467"/>
            <a:ext cx="1948147" cy="6866467"/>
          </a:xfrm>
          <a:custGeom>
            <a:avLst/>
            <a:gdLst>
              <a:gd name="connsiteX0" fmla="*/ 0 w 2590800"/>
              <a:gd name="connsiteY0" fmla="*/ 0 h 6866467"/>
              <a:gd name="connsiteX1" fmla="*/ 1202267 w 2590800"/>
              <a:gd name="connsiteY1" fmla="*/ 6866467 h 6866467"/>
              <a:gd name="connsiteX2" fmla="*/ 2590800 w 2590800"/>
              <a:gd name="connsiteY2" fmla="*/ 6866467 h 6866467"/>
              <a:gd name="connsiteX3" fmla="*/ 2582333 w 2590800"/>
              <a:gd name="connsiteY3" fmla="*/ 0 h 6866467"/>
              <a:gd name="connsiteX4" fmla="*/ 0 w 2590800"/>
              <a:gd name="connsiteY4" fmla="*/ 0 h 6866467"/>
              <a:gd name="connsiteX0" fmla="*/ 0 w 2590800"/>
              <a:gd name="connsiteY0" fmla="*/ 0 h 6866467"/>
              <a:gd name="connsiteX1" fmla="*/ 1202267 w 2590800"/>
              <a:gd name="connsiteY1" fmla="*/ 6866467 h 6866467"/>
              <a:gd name="connsiteX2" fmla="*/ 2590800 w 2590800"/>
              <a:gd name="connsiteY2" fmla="*/ 6866467 h 6866467"/>
              <a:gd name="connsiteX3" fmla="*/ 1947333 w 2590800"/>
              <a:gd name="connsiteY3" fmla="*/ 0 h 6866467"/>
              <a:gd name="connsiteX4" fmla="*/ 0 w 2590800"/>
              <a:gd name="connsiteY4" fmla="*/ 0 h 6866467"/>
              <a:gd name="connsiteX0" fmla="*/ 0 w 1948147"/>
              <a:gd name="connsiteY0" fmla="*/ 0 h 6866467"/>
              <a:gd name="connsiteX1" fmla="*/ 1202267 w 1948147"/>
              <a:gd name="connsiteY1" fmla="*/ 6866467 h 6866467"/>
              <a:gd name="connsiteX2" fmla="*/ 1947333 w 1948147"/>
              <a:gd name="connsiteY2" fmla="*/ 6866467 h 6866467"/>
              <a:gd name="connsiteX3" fmla="*/ 1947333 w 1948147"/>
              <a:gd name="connsiteY3" fmla="*/ 0 h 6866467"/>
              <a:gd name="connsiteX4" fmla="*/ 0 w 1948147"/>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Freeform 23"/>
          <p:cNvSpPr/>
          <p:nvPr/>
        </p:nvSpPr>
        <p:spPr>
          <a:xfrm>
            <a:off x="6637896" y="3920066"/>
            <a:ext cx="2513565" cy="2937933"/>
          </a:xfrm>
          <a:custGeom>
            <a:avLst/>
            <a:gdLst>
              <a:gd name="connsiteX0" fmla="*/ 0 w 3259667"/>
              <a:gd name="connsiteY0" fmla="*/ 3810000 h 3810000"/>
              <a:gd name="connsiteX1" fmla="*/ 3251200 w 3259667"/>
              <a:gd name="connsiteY1" fmla="*/ 0 h 3810000"/>
              <a:gd name="connsiteX2" fmla="*/ 3259667 w 3259667"/>
              <a:gd name="connsiteY2" fmla="*/ 3810000 h 3810000"/>
              <a:gd name="connsiteX3" fmla="*/ 0 w 3259667"/>
              <a:gd name="connsiteY3" fmla="*/ 3810000 h 3810000"/>
            </a:gdLst>
            <a:ahLst/>
            <a:cxnLst>
              <a:cxn ang="0">
                <a:pos x="connsiteX0" y="connsiteY0"/>
              </a:cxn>
              <a:cxn ang="0">
                <a:pos x="connsiteX1" y="connsiteY1"/>
              </a:cxn>
              <a:cxn ang="0">
                <a:pos x="connsiteX2" y="connsiteY2"/>
              </a:cxn>
              <a:cxn ang="0">
                <a:pos x="connsiteX3" y="connsiteY3"/>
              </a:cxn>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Freeform 24"/>
          <p:cNvSpPr/>
          <p:nvPr/>
        </p:nvSpPr>
        <p:spPr>
          <a:xfrm>
            <a:off x="7010429" y="-8467"/>
            <a:ext cx="2142876" cy="6866467"/>
          </a:xfrm>
          <a:custGeom>
            <a:avLst/>
            <a:gdLst>
              <a:gd name="connsiteX0" fmla="*/ 0 w 2853267"/>
              <a:gd name="connsiteY0" fmla="*/ 0 h 6866467"/>
              <a:gd name="connsiteX1" fmla="*/ 2472267 w 2853267"/>
              <a:gd name="connsiteY1" fmla="*/ 6866467 h 6866467"/>
              <a:gd name="connsiteX2" fmla="*/ 2853267 w 2853267"/>
              <a:gd name="connsiteY2" fmla="*/ 6858000 h 6866467"/>
              <a:gd name="connsiteX3" fmla="*/ 2853267 w 2853267"/>
              <a:gd name="connsiteY3" fmla="*/ 0 h 6866467"/>
              <a:gd name="connsiteX4" fmla="*/ 0 w 2853267"/>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Freeform 25"/>
          <p:cNvSpPr/>
          <p:nvPr/>
        </p:nvSpPr>
        <p:spPr>
          <a:xfrm>
            <a:off x="8295776" y="-8467"/>
            <a:ext cx="857530" cy="6866467"/>
          </a:xfrm>
          <a:custGeom>
            <a:avLst/>
            <a:gdLst>
              <a:gd name="connsiteX0" fmla="*/ 1016000 w 1286933"/>
              <a:gd name="connsiteY0" fmla="*/ 0 h 6866467"/>
              <a:gd name="connsiteX1" fmla="*/ 0 w 1286933"/>
              <a:gd name="connsiteY1" fmla="*/ 6866467 h 6866467"/>
              <a:gd name="connsiteX2" fmla="*/ 1286933 w 1286933"/>
              <a:gd name="connsiteY2" fmla="*/ 6866467 h 6866467"/>
              <a:gd name="connsiteX3" fmla="*/ 1278466 w 1286933"/>
              <a:gd name="connsiteY3" fmla="*/ 0 h 6866467"/>
              <a:gd name="connsiteX4" fmla="*/ 1016000 w 1286933"/>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Freeform 26"/>
          <p:cNvSpPr/>
          <p:nvPr/>
        </p:nvSpPr>
        <p:spPr>
          <a:xfrm>
            <a:off x="8077231" y="-8468"/>
            <a:ext cx="1066770" cy="6866467"/>
          </a:xfrm>
          <a:custGeom>
            <a:avLst/>
            <a:gdLst>
              <a:gd name="connsiteX0" fmla="*/ 0 w 1244600"/>
              <a:gd name="connsiteY0" fmla="*/ 0 h 6874934"/>
              <a:gd name="connsiteX1" fmla="*/ 1117600 w 1244600"/>
              <a:gd name="connsiteY1" fmla="*/ 6866467 h 6874934"/>
              <a:gd name="connsiteX2" fmla="*/ 1244600 w 1244600"/>
              <a:gd name="connsiteY2" fmla="*/ 6874934 h 6874934"/>
              <a:gd name="connsiteX3" fmla="*/ 1236134 w 1244600"/>
              <a:gd name="connsiteY3" fmla="*/ 0 h 6874934"/>
              <a:gd name="connsiteX4" fmla="*/ 0 w 1244600"/>
              <a:gd name="connsiteY4" fmla="*/ 0 h 6874934"/>
              <a:gd name="connsiteX0" fmla="*/ 0 w 1253067"/>
              <a:gd name="connsiteY0" fmla="*/ 0 h 6874934"/>
              <a:gd name="connsiteX1" fmla="*/ 1117600 w 1253067"/>
              <a:gd name="connsiteY1" fmla="*/ 6866467 h 6874934"/>
              <a:gd name="connsiteX2" fmla="*/ 1244600 w 1253067"/>
              <a:gd name="connsiteY2" fmla="*/ 6874934 h 6874934"/>
              <a:gd name="connsiteX3" fmla="*/ 1253067 w 1253067"/>
              <a:gd name="connsiteY3" fmla="*/ 0 h 6874934"/>
              <a:gd name="connsiteX4" fmla="*/ 0 w 1253067"/>
              <a:gd name="connsiteY4" fmla="*/ 0 h 6874934"/>
              <a:gd name="connsiteX0" fmla="*/ 0 w 1270244"/>
              <a:gd name="connsiteY0" fmla="*/ 0 h 6866467"/>
              <a:gd name="connsiteX1" fmla="*/ 1117600 w 1270244"/>
              <a:gd name="connsiteY1" fmla="*/ 6866467 h 6866467"/>
              <a:gd name="connsiteX2" fmla="*/ 1270000 w 1270244"/>
              <a:gd name="connsiteY2" fmla="*/ 6866467 h 6866467"/>
              <a:gd name="connsiteX3" fmla="*/ 1253067 w 1270244"/>
              <a:gd name="connsiteY3" fmla="*/ 0 h 6866467"/>
              <a:gd name="connsiteX4" fmla="*/ 0 w 1270244"/>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8" name="Freeform 27"/>
          <p:cNvSpPr/>
          <p:nvPr/>
        </p:nvSpPr>
        <p:spPr>
          <a:xfrm>
            <a:off x="8060297" y="4893733"/>
            <a:ext cx="1094086" cy="1964267"/>
          </a:xfrm>
          <a:custGeom>
            <a:avLst/>
            <a:gdLst>
              <a:gd name="connsiteX0" fmla="*/ 0 w 1820333"/>
              <a:gd name="connsiteY0" fmla="*/ 3268133 h 3268133"/>
              <a:gd name="connsiteX1" fmla="*/ 1811866 w 1820333"/>
              <a:gd name="connsiteY1" fmla="*/ 0 h 3268133"/>
              <a:gd name="connsiteX2" fmla="*/ 1820333 w 1820333"/>
              <a:gd name="connsiteY2" fmla="*/ 3259666 h 3268133"/>
              <a:gd name="connsiteX3" fmla="*/ 0 w 1820333"/>
              <a:gd name="connsiteY3" fmla="*/ 3268133 h 3268133"/>
            </a:gdLst>
            <a:ahLst/>
            <a:cxnLst>
              <a:cxn ang="0">
                <a:pos x="connsiteX0" y="connsiteY0"/>
              </a:cxn>
              <a:cxn ang="0">
                <a:pos x="connsiteX1" y="connsiteY1"/>
              </a:cxn>
              <a:cxn ang="0">
                <a:pos x="connsiteX2" y="connsiteY2"/>
              </a:cxn>
              <a:cxn ang="0">
                <a:pos x="connsiteX3" y="connsiteY3"/>
              </a:cxn>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5B5BEF2-1CD6-4A07-B3B7-D4ED708CF93F}" type="datetimeFigureOut">
              <a:rPr lang="fi-FI" smtClean="0"/>
              <a:t>22.9.2012</a:t>
            </a:fld>
            <a:endParaRPr lang="fi-FI"/>
          </a:p>
        </p:txBody>
      </p:sp>
      <p:sp>
        <p:nvSpPr>
          <p:cNvPr id="5" name="Footer Placeholder 4"/>
          <p:cNvSpPr>
            <a:spLocks noGrp="1"/>
          </p:cNvSpPr>
          <p:nvPr>
            <p:ph type="ftr" sz="quarter" idx="11"/>
          </p:nvPr>
        </p:nvSpPr>
        <p:spPr/>
        <p:txBody>
          <a:bodyPr/>
          <a:lstStyle/>
          <a:p>
            <a:endParaRPr lang="fi-FI"/>
          </a:p>
        </p:txBody>
      </p:sp>
      <p:sp>
        <p:nvSpPr>
          <p:cNvPr id="6" name="Slide Number Placeholder 5"/>
          <p:cNvSpPr>
            <a:spLocks noGrp="1"/>
          </p:cNvSpPr>
          <p:nvPr>
            <p:ph type="sldNum" sz="quarter" idx="12"/>
          </p:nvPr>
        </p:nvSpPr>
        <p:spPr/>
        <p:txBody>
          <a:bodyPr/>
          <a:lstStyle/>
          <a:p>
            <a:fld id="{8A1D0451-5C4B-4195-93C3-0D9F295A816D}" type="slidenum">
              <a:rPr lang="fi-FI" smtClean="0"/>
              <a:t>‹#›</a:t>
            </a:fld>
            <a:endParaRPr lang="fi-FI"/>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Tree>
    <p:extLst>
      <p:ext uri="{BB962C8B-B14F-4D97-AF65-F5344CB8AC3E}">
        <p14:creationId xmlns:p14="http://schemas.microsoft.com/office/powerpoint/2010/main" val="5846524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7" name="Freeform 26"/>
          <p:cNvSpPr/>
          <p:nvPr/>
        </p:nvSpPr>
        <p:spPr>
          <a:xfrm>
            <a:off x="-8467" y="4013200"/>
            <a:ext cx="457200" cy="2853267"/>
          </a:xfrm>
          <a:custGeom>
            <a:avLst/>
            <a:gdLst>
              <a:gd name="connsiteX0" fmla="*/ 0 w 457200"/>
              <a:gd name="connsiteY0" fmla="*/ 0 h 2853267"/>
              <a:gd name="connsiteX1" fmla="*/ 457200 w 457200"/>
              <a:gd name="connsiteY1" fmla="*/ 2853267 h 2853267"/>
              <a:gd name="connsiteX2" fmla="*/ 0 w 457200"/>
              <a:gd name="connsiteY2" fmla="*/ 2844800 h 2853267"/>
              <a:gd name="connsiteX3" fmla="*/ 0 w 457200"/>
              <a:gd name="connsiteY3" fmla="*/ 0 h 2853267"/>
            </a:gdLst>
            <a:ahLst/>
            <a:cxnLst>
              <a:cxn ang="0">
                <a:pos x="connsiteX0" y="connsiteY0"/>
              </a:cxn>
              <a:cxn ang="0">
                <a:pos x="connsiteX1" y="connsiteY1"/>
              </a:cxn>
              <a:cxn ang="0">
                <a:pos x="connsiteX2" y="connsiteY2"/>
              </a:cxn>
              <a:cxn ang="0">
                <a:pos x="connsiteX3" y="connsiteY3"/>
              </a:cxn>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a:p>
        </p:txBody>
      </p:sp>
      <p:cxnSp>
        <p:nvCxnSpPr>
          <p:cNvPr id="18" name="Straight Connector 1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20" name="Freeform 19"/>
          <p:cNvSpPr/>
          <p:nvPr/>
        </p:nvSpPr>
        <p:spPr>
          <a:xfrm>
            <a:off x="6891896" y="1"/>
            <a:ext cx="2269442" cy="6866466"/>
          </a:xfrm>
          <a:custGeom>
            <a:avLst/>
            <a:gdLst>
              <a:gd name="connsiteX0" fmla="*/ 2023534 w 3005667"/>
              <a:gd name="connsiteY0" fmla="*/ 8467 h 6866467"/>
              <a:gd name="connsiteX1" fmla="*/ 0 w 3005667"/>
              <a:gd name="connsiteY1" fmla="*/ 6866467 h 6866467"/>
              <a:gd name="connsiteX2" fmla="*/ 2997200 w 3005667"/>
              <a:gd name="connsiteY2" fmla="*/ 6858000 h 6866467"/>
              <a:gd name="connsiteX3" fmla="*/ 3005667 w 3005667"/>
              <a:gd name="connsiteY3" fmla="*/ 0 h 6866467"/>
              <a:gd name="connsiteX4" fmla="*/ 2023534 w 3005667"/>
              <a:gd name="connsiteY4" fmla="*/ 8467 h 6866467"/>
              <a:gd name="connsiteX0" fmla="*/ 2023534 w 2997208"/>
              <a:gd name="connsiteY0" fmla="*/ 0 h 6858000"/>
              <a:gd name="connsiteX1" fmla="*/ 0 w 2997208"/>
              <a:gd name="connsiteY1" fmla="*/ 6858000 h 6858000"/>
              <a:gd name="connsiteX2" fmla="*/ 2997200 w 2997208"/>
              <a:gd name="connsiteY2" fmla="*/ 6849533 h 6858000"/>
              <a:gd name="connsiteX3" fmla="*/ 2260600 w 2997208"/>
              <a:gd name="connsiteY3" fmla="*/ 8466 h 6858000"/>
              <a:gd name="connsiteX4" fmla="*/ 2023534 w 2997208"/>
              <a:gd name="connsiteY4" fmla="*/ 0 h 6858000"/>
              <a:gd name="connsiteX0" fmla="*/ 2023534 w 2269442"/>
              <a:gd name="connsiteY0" fmla="*/ 0 h 6866466"/>
              <a:gd name="connsiteX1" fmla="*/ 0 w 2269442"/>
              <a:gd name="connsiteY1" fmla="*/ 6858000 h 6866466"/>
              <a:gd name="connsiteX2" fmla="*/ 2269067 w 2269442"/>
              <a:gd name="connsiteY2" fmla="*/ 6866466 h 6866466"/>
              <a:gd name="connsiteX3" fmla="*/ 2260600 w 2269442"/>
              <a:gd name="connsiteY3" fmla="*/ 8466 h 6866466"/>
              <a:gd name="connsiteX4" fmla="*/ 2023534 w 2269442"/>
              <a:gd name="connsiteY4" fmla="*/ 0 h 6866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Freeform 20"/>
          <p:cNvSpPr/>
          <p:nvPr/>
        </p:nvSpPr>
        <p:spPr>
          <a:xfrm>
            <a:off x="7205158" y="-8467"/>
            <a:ext cx="1948147" cy="6866467"/>
          </a:xfrm>
          <a:custGeom>
            <a:avLst/>
            <a:gdLst>
              <a:gd name="connsiteX0" fmla="*/ 0 w 2590800"/>
              <a:gd name="connsiteY0" fmla="*/ 0 h 6866467"/>
              <a:gd name="connsiteX1" fmla="*/ 1202267 w 2590800"/>
              <a:gd name="connsiteY1" fmla="*/ 6866467 h 6866467"/>
              <a:gd name="connsiteX2" fmla="*/ 2590800 w 2590800"/>
              <a:gd name="connsiteY2" fmla="*/ 6866467 h 6866467"/>
              <a:gd name="connsiteX3" fmla="*/ 2582333 w 2590800"/>
              <a:gd name="connsiteY3" fmla="*/ 0 h 6866467"/>
              <a:gd name="connsiteX4" fmla="*/ 0 w 2590800"/>
              <a:gd name="connsiteY4" fmla="*/ 0 h 6866467"/>
              <a:gd name="connsiteX0" fmla="*/ 0 w 2590800"/>
              <a:gd name="connsiteY0" fmla="*/ 0 h 6866467"/>
              <a:gd name="connsiteX1" fmla="*/ 1202267 w 2590800"/>
              <a:gd name="connsiteY1" fmla="*/ 6866467 h 6866467"/>
              <a:gd name="connsiteX2" fmla="*/ 2590800 w 2590800"/>
              <a:gd name="connsiteY2" fmla="*/ 6866467 h 6866467"/>
              <a:gd name="connsiteX3" fmla="*/ 1947333 w 2590800"/>
              <a:gd name="connsiteY3" fmla="*/ 0 h 6866467"/>
              <a:gd name="connsiteX4" fmla="*/ 0 w 2590800"/>
              <a:gd name="connsiteY4" fmla="*/ 0 h 6866467"/>
              <a:gd name="connsiteX0" fmla="*/ 0 w 1948147"/>
              <a:gd name="connsiteY0" fmla="*/ 0 h 6866467"/>
              <a:gd name="connsiteX1" fmla="*/ 1202267 w 1948147"/>
              <a:gd name="connsiteY1" fmla="*/ 6866467 h 6866467"/>
              <a:gd name="connsiteX2" fmla="*/ 1947333 w 1948147"/>
              <a:gd name="connsiteY2" fmla="*/ 6866467 h 6866467"/>
              <a:gd name="connsiteX3" fmla="*/ 1947333 w 1948147"/>
              <a:gd name="connsiteY3" fmla="*/ 0 h 6866467"/>
              <a:gd name="connsiteX4" fmla="*/ 0 w 1948147"/>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Freeform 21"/>
          <p:cNvSpPr/>
          <p:nvPr/>
        </p:nvSpPr>
        <p:spPr>
          <a:xfrm>
            <a:off x="6637896" y="3920066"/>
            <a:ext cx="2513565" cy="2937933"/>
          </a:xfrm>
          <a:custGeom>
            <a:avLst/>
            <a:gdLst>
              <a:gd name="connsiteX0" fmla="*/ 0 w 3259667"/>
              <a:gd name="connsiteY0" fmla="*/ 3810000 h 3810000"/>
              <a:gd name="connsiteX1" fmla="*/ 3251200 w 3259667"/>
              <a:gd name="connsiteY1" fmla="*/ 0 h 3810000"/>
              <a:gd name="connsiteX2" fmla="*/ 3259667 w 3259667"/>
              <a:gd name="connsiteY2" fmla="*/ 3810000 h 3810000"/>
              <a:gd name="connsiteX3" fmla="*/ 0 w 3259667"/>
              <a:gd name="connsiteY3" fmla="*/ 3810000 h 3810000"/>
            </a:gdLst>
            <a:ahLst/>
            <a:cxnLst>
              <a:cxn ang="0">
                <a:pos x="connsiteX0" y="connsiteY0"/>
              </a:cxn>
              <a:cxn ang="0">
                <a:pos x="connsiteX1" y="connsiteY1"/>
              </a:cxn>
              <a:cxn ang="0">
                <a:pos x="connsiteX2" y="connsiteY2"/>
              </a:cxn>
              <a:cxn ang="0">
                <a:pos x="connsiteX3" y="connsiteY3"/>
              </a:cxn>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Freeform 22"/>
          <p:cNvSpPr/>
          <p:nvPr/>
        </p:nvSpPr>
        <p:spPr>
          <a:xfrm>
            <a:off x="7010429" y="-8467"/>
            <a:ext cx="2142876" cy="6866467"/>
          </a:xfrm>
          <a:custGeom>
            <a:avLst/>
            <a:gdLst>
              <a:gd name="connsiteX0" fmla="*/ 0 w 2853267"/>
              <a:gd name="connsiteY0" fmla="*/ 0 h 6866467"/>
              <a:gd name="connsiteX1" fmla="*/ 2472267 w 2853267"/>
              <a:gd name="connsiteY1" fmla="*/ 6866467 h 6866467"/>
              <a:gd name="connsiteX2" fmla="*/ 2853267 w 2853267"/>
              <a:gd name="connsiteY2" fmla="*/ 6858000 h 6866467"/>
              <a:gd name="connsiteX3" fmla="*/ 2853267 w 2853267"/>
              <a:gd name="connsiteY3" fmla="*/ 0 h 6866467"/>
              <a:gd name="connsiteX4" fmla="*/ 0 w 2853267"/>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Freeform 23"/>
          <p:cNvSpPr/>
          <p:nvPr/>
        </p:nvSpPr>
        <p:spPr>
          <a:xfrm>
            <a:off x="8295776" y="-8467"/>
            <a:ext cx="857530" cy="6866467"/>
          </a:xfrm>
          <a:custGeom>
            <a:avLst/>
            <a:gdLst>
              <a:gd name="connsiteX0" fmla="*/ 1016000 w 1286933"/>
              <a:gd name="connsiteY0" fmla="*/ 0 h 6866467"/>
              <a:gd name="connsiteX1" fmla="*/ 0 w 1286933"/>
              <a:gd name="connsiteY1" fmla="*/ 6866467 h 6866467"/>
              <a:gd name="connsiteX2" fmla="*/ 1286933 w 1286933"/>
              <a:gd name="connsiteY2" fmla="*/ 6866467 h 6866467"/>
              <a:gd name="connsiteX3" fmla="*/ 1278466 w 1286933"/>
              <a:gd name="connsiteY3" fmla="*/ 0 h 6866467"/>
              <a:gd name="connsiteX4" fmla="*/ 1016000 w 1286933"/>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Freeform 24"/>
          <p:cNvSpPr/>
          <p:nvPr/>
        </p:nvSpPr>
        <p:spPr>
          <a:xfrm>
            <a:off x="8077231" y="-8468"/>
            <a:ext cx="1066770" cy="6866467"/>
          </a:xfrm>
          <a:custGeom>
            <a:avLst/>
            <a:gdLst>
              <a:gd name="connsiteX0" fmla="*/ 0 w 1244600"/>
              <a:gd name="connsiteY0" fmla="*/ 0 h 6874934"/>
              <a:gd name="connsiteX1" fmla="*/ 1117600 w 1244600"/>
              <a:gd name="connsiteY1" fmla="*/ 6866467 h 6874934"/>
              <a:gd name="connsiteX2" fmla="*/ 1244600 w 1244600"/>
              <a:gd name="connsiteY2" fmla="*/ 6874934 h 6874934"/>
              <a:gd name="connsiteX3" fmla="*/ 1236134 w 1244600"/>
              <a:gd name="connsiteY3" fmla="*/ 0 h 6874934"/>
              <a:gd name="connsiteX4" fmla="*/ 0 w 1244600"/>
              <a:gd name="connsiteY4" fmla="*/ 0 h 6874934"/>
              <a:gd name="connsiteX0" fmla="*/ 0 w 1253067"/>
              <a:gd name="connsiteY0" fmla="*/ 0 h 6874934"/>
              <a:gd name="connsiteX1" fmla="*/ 1117600 w 1253067"/>
              <a:gd name="connsiteY1" fmla="*/ 6866467 h 6874934"/>
              <a:gd name="connsiteX2" fmla="*/ 1244600 w 1253067"/>
              <a:gd name="connsiteY2" fmla="*/ 6874934 h 6874934"/>
              <a:gd name="connsiteX3" fmla="*/ 1253067 w 1253067"/>
              <a:gd name="connsiteY3" fmla="*/ 0 h 6874934"/>
              <a:gd name="connsiteX4" fmla="*/ 0 w 1253067"/>
              <a:gd name="connsiteY4" fmla="*/ 0 h 6874934"/>
              <a:gd name="connsiteX0" fmla="*/ 0 w 1270244"/>
              <a:gd name="connsiteY0" fmla="*/ 0 h 6866467"/>
              <a:gd name="connsiteX1" fmla="*/ 1117600 w 1270244"/>
              <a:gd name="connsiteY1" fmla="*/ 6866467 h 6866467"/>
              <a:gd name="connsiteX2" fmla="*/ 1270000 w 1270244"/>
              <a:gd name="connsiteY2" fmla="*/ 6866467 h 6866467"/>
              <a:gd name="connsiteX3" fmla="*/ 1253067 w 1270244"/>
              <a:gd name="connsiteY3" fmla="*/ 0 h 6866467"/>
              <a:gd name="connsiteX4" fmla="*/ 0 w 1270244"/>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 name="Freeform 25"/>
          <p:cNvSpPr/>
          <p:nvPr/>
        </p:nvSpPr>
        <p:spPr>
          <a:xfrm>
            <a:off x="8060297" y="4893733"/>
            <a:ext cx="1094086" cy="1964267"/>
          </a:xfrm>
          <a:custGeom>
            <a:avLst/>
            <a:gdLst>
              <a:gd name="connsiteX0" fmla="*/ 0 w 1820333"/>
              <a:gd name="connsiteY0" fmla="*/ 3268133 h 3268133"/>
              <a:gd name="connsiteX1" fmla="*/ 1811866 w 1820333"/>
              <a:gd name="connsiteY1" fmla="*/ 0 h 3268133"/>
              <a:gd name="connsiteX2" fmla="*/ 1820333 w 1820333"/>
              <a:gd name="connsiteY2" fmla="*/ 3259666 h 3268133"/>
              <a:gd name="connsiteX3" fmla="*/ 0 w 1820333"/>
              <a:gd name="connsiteY3" fmla="*/ 3268133 h 3268133"/>
            </a:gdLst>
            <a:ahLst/>
            <a:cxnLst>
              <a:cxn ang="0">
                <a:pos x="connsiteX0" y="connsiteY0"/>
              </a:cxn>
              <a:cxn ang="0">
                <a:pos x="connsiteX1" y="connsiteY1"/>
              </a:cxn>
              <a:cxn ang="0">
                <a:pos x="connsiteX2" y="connsiteY2"/>
              </a:cxn>
              <a:cxn ang="0">
                <a:pos x="connsiteX3" y="connsiteY3"/>
              </a:cxn>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b"/>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B5BEF2-1CD6-4A07-B3B7-D4ED708CF93F}" type="datetimeFigureOut">
              <a:rPr lang="fi-FI" smtClean="0"/>
              <a:t>22.9.2012</a:t>
            </a:fld>
            <a:endParaRPr lang="fi-FI"/>
          </a:p>
        </p:txBody>
      </p:sp>
      <p:sp>
        <p:nvSpPr>
          <p:cNvPr id="5" name="Footer Placeholder 4"/>
          <p:cNvSpPr>
            <a:spLocks noGrp="1"/>
          </p:cNvSpPr>
          <p:nvPr>
            <p:ph type="ftr" sz="quarter" idx="11"/>
          </p:nvPr>
        </p:nvSpPr>
        <p:spPr/>
        <p:txBody>
          <a:bodyPr/>
          <a:lstStyle/>
          <a:p>
            <a:endParaRPr lang="fi-FI"/>
          </a:p>
        </p:txBody>
      </p:sp>
      <p:sp>
        <p:nvSpPr>
          <p:cNvPr id="6" name="Slide Number Placeholder 5"/>
          <p:cNvSpPr>
            <a:spLocks noGrp="1"/>
          </p:cNvSpPr>
          <p:nvPr>
            <p:ph type="sldNum" sz="quarter" idx="12"/>
          </p:nvPr>
        </p:nvSpPr>
        <p:spPr/>
        <p:txBody>
          <a:bodyPr/>
          <a:lstStyle/>
          <a:p>
            <a:fld id="{8A1D0451-5C4B-4195-93C3-0D9F295A816D}" type="slidenum">
              <a:rPr lang="fi-FI" smtClean="0"/>
              <a:t>‹#›</a:t>
            </a:fld>
            <a:endParaRPr lang="fi-FI"/>
          </a:p>
        </p:txBody>
      </p:sp>
    </p:spTree>
    <p:extLst>
      <p:ext uri="{BB962C8B-B14F-4D97-AF65-F5344CB8AC3E}">
        <p14:creationId xmlns:p14="http://schemas.microsoft.com/office/powerpoint/2010/main" val="38188777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7" name="Freeform 26"/>
          <p:cNvSpPr/>
          <p:nvPr/>
        </p:nvSpPr>
        <p:spPr>
          <a:xfrm>
            <a:off x="-8467" y="4013200"/>
            <a:ext cx="457200" cy="2853267"/>
          </a:xfrm>
          <a:custGeom>
            <a:avLst/>
            <a:gdLst>
              <a:gd name="connsiteX0" fmla="*/ 0 w 457200"/>
              <a:gd name="connsiteY0" fmla="*/ 0 h 2853267"/>
              <a:gd name="connsiteX1" fmla="*/ 457200 w 457200"/>
              <a:gd name="connsiteY1" fmla="*/ 2853267 h 2853267"/>
              <a:gd name="connsiteX2" fmla="*/ 0 w 457200"/>
              <a:gd name="connsiteY2" fmla="*/ 2844800 h 2853267"/>
              <a:gd name="connsiteX3" fmla="*/ 0 w 457200"/>
              <a:gd name="connsiteY3" fmla="*/ 0 h 2853267"/>
            </a:gdLst>
            <a:ahLst/>
            <a:cxnLst>
              <a:cxn ang="0">
                <a:pos x="connsiteX0" y="connsiteY0"/>
              </a:cxn>
              <a:cxn ang="0">
                <a:pos x="connsiteX1" y="connsiteY1"/>
              </a:cxn>
              <a:cxn ang="0">
                <a:pos x="connsiteX2" y="connsiteY2"/>
              </a:cxn>
              <a:cxn ang="0">
                <a:pos x="connsiteX3" y="connsiteY3"/>
              </a:cxn>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a:p>
        </p:txBody>
      </p:sp>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20" name="Freeform 19"/>
          <p:cNvSpPr/>
          <p:nvPr/>
        </p:nvSpPr>
        <p:spPr>
          <a:xfrm>
            <a:off x="6891896" y="1"/>
            <a:ext cx="2269442" cy="6866466"/>
          </a:xfrm>
          <a:custGeom>
            <a:avLst/>
            <a:gdLst>
              <a:gd name="connsiteX0" fmla="*/ 2023534 w 3005667"/>
              <a:gd name="connsiteY0" fmla="*/ 8467 h 6866467"/>
              <a:gd name="connsiteX1" fmla="*/ 0 w 3005667"/>
              <a:gd name="connsiteY1" fmla="*/ 6866467 h 6866467"/>
              <a:gd name="connsiteX2" fmla="*/ 2997200 w 3005667"/>
              <a:gd name="connsiteY2" fmla="*/ 6858000 h 6866467"/>
              <a:gd name="connsiteX3" fmla="*/ 3005667 w 3005667"/>
              <a:gd name="connsiteY3" fmla="*/ 0 h 6866467"/>
              <a:gd name="connsiteX4" fmla="*/ 2023534 w 3005667"/>
              <a:gd name="connsiteY4" fmla="*/ 8467 h 6866467"/>
              <a:gd name="connsiteX0" fmla="*/ 2023534 w 2997208"/>
              <a:gd name="connsiteY0" fmla="*/ 0 h 6858000"/>
              <a:gd name="connsiteX1" fmla="*/ 0 w 2997208"/>
              <a:gd name="connsiteY1" fmla="*/ 6858000 h 6858000"/>
              <a:gd name="connsiteX2" fmla="*/ 2997200 w 2997208"/>
              <a:gd name="connsiteY2" fmla="*/ 6849533 h 6858000"/>
              <a:gd name="connsiteX3" fmla="*/ 2260600 w 2997208"/>
              <a:gd name="connsiteY3" fmla="*/ 8466 h 6858000"/>
              <a:gd name="connsiteX4" fmla="*/ 2023534 w 2997208"/>
              <a:gd name="connsiteY4" fmla="*/ 0 h 6858000"/>
              <a:gd name="connsiteX0" fmla="*/ 2023534 w 2269442"/>
              <a:gd name="connsiteY0" fmla="*/ 0 h 6866466"/>
              <a:gd name="connsiteX1" fmla="*/ 0 w 2269442"/>
              <a:gd name="connsiteY1" fmla="*/ 6858000 h 6866466"/>
              <a:gd name="connsiteX2" fmla="*/ 2269067 w 2269442"/>
              <a:gd name="connsiteY2" fmla="*/ 6866466 h 6866466"/>
              <a:gd name="connsiteX3" fmla="*/ 2260600 w 2269442"/>
              <a:gd name="connsiteY3" fmla="*/ 8466 h 6866466"/>
              <a:gd name="connsiteX4" fmla="*/ 2023534 w 2269442"/>
              <a:gd name="connsiteY4" fmla="*/ 0 h 6866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Freeform 20"/>
          <p:cNvSpPr/>
          <p:nvPr/>
        </p:nvSpPr>
        <p:spPr>
          <a:xfrm>
            <a:off x="7205158" y="-8467"/>
            <a:ext cx="1948147" cy="6866467"/>
          </a:xfrm>
          <a:custGeom>
            <a:avLst/>
            <a:gdLst>
              <a:gd name="connsiteX0" fmla="*/ 0 w 2590800"/>
              <a:gd name="connsiteY0" fmla="*/ 0 h 6866467"/>
              <a:gd name="connsiteX1" fmla="*/ 1202267 w 2590800"/>
              <a:gd name="connsiteY1" fmla="*/ 6866467 h 6866467"/>
              <a:gd name="connsiteX2" fmla="*/ 2590800 w 2590800"/>
              <a:gd name="connsiteY2" fmla="*/ 6866467 h 6866467"/>
              <a:gd name="connsiteX3" fmla="*/ 2582333 w 2590800"/>
              <a:gd name="connsiteY3" fmla="*/ 0 h 6866467"/>
              <a:gd name="connsiteX4" fmla="*/ 0 w 2590800"/>
              <a:gd name="connsiteY4" fmla="*/ 0 h 6866467"/>
              <a:gd name="connsiteX0" fmla="*/ 0 w 2590800"/>
              <a:gd name="connsiteY0" fmla="*/ 0 h 6866467"/>
              <a:gd name="connsiteX1" fmla="*/ 1202267 w 2590800"/>
              <a:gd name="connsiteY1" fmla="*/ 6866467 h 6866467"/>
              <a:gd name="connsiteX2" fmla="*/ 2590800 w 2590800"/>
              <a:gd name="connsiteY2" fmla="*/ 6866467 h 6866467"/>
              <a:gd name="connsiteX3" fmla="*/ 1947333 w 2590800"/>
              <a:gd name="connsiteY3" fmla="*/ 0 h 6866467"/>
              <a:gd name="connsiteX4" fmla="*/ 0 w 2590800"/>
              <a:gd name="connsiteY4" fmla="*/ 0 h 6866467"/>
              <a:gd name="connsiteX0" fmla="*/ 0 w 1948147"/>
              <a:gd name="connsiteY0" fmla="*/ 0 h 6866467"/>
              <a:gd name="connsiteX1" fmla="*/ 1202267 w 1948147"/>
              <a:gd name="connsiteY1" fmla="*/ 6866467 h 6866467"/>
              <a:gd name="connsiteX2" fmla="*/ 1947333 w 1948147"/>
              <a:gd name="connsiteY2" fmla="*/ 6866467 h 6866467"/>
              <a:gd name="connsiteX3" fmla="*/ 1947333 w 1948147"/>
              <a:gd name="connsiteY3" fmla="*/ 0 h 6866467"/>
              <a:gd name="connsiteX4" fmla="*/ 0 w 1948147"/>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Freeform 21"/>
          <p:cNvSpPr/>
          <p:nvPr/>
        </p:nvSpPr>
        <p:spPr>
          <a:xfrm>
            <a:off x="6637896" y="3920066"/>
            <a:ext cx="2513565" cy="2937933"/>
          </a:xfrm>
          <a:custGeom>
            <a:avLst/>
            <a:gdLst>
              <a:gd name="connsiteX0" fmla="*/ 0 w 3259667"/>
              <a:gd name="connsiteY0" fmla="*/ 3810000 h 3810000"/>
              <a:gd name="connsiteX1" fmla="*/ 3251200 w 3259667"/>
              <a:gd name="connsiteY1" fmla="*/ 0 h 3810000"/>
              <a:gd name="connsiteX2" fmla="*/ 3259667 w 3259667"/>
              <a:gd name="connsiteY2" fmla="*/ 3810000 h 3810000"/>
              <a:gd name="connsiteX3" fmla="*/ 0 w 3259667"/>
              <a:gd name="connsiteY3" fmla="*/ 3810000 h 3810000"/>
            </a:gdLst>
            <a:ahLst/>
            <a:cxnLst>
              <a:cxn ang="0">
                <a:pos x="connsiteX0" y="connsiteY0"/>
              </a:cxn>
              <a:cxn ang="0">
                <a:pos x="connsiteX1" y="connsiteY1"/>
              </a:cxn>
              <a:cxn ang="0">
                <a:pos x="connsiteX2" y="connsiteY2"/>
              </a:cxn>
              <a:cxn ang="0">
                <a:pos x="connsiteX3" y="connsiteY3"/>
              </a:cxn>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Freeform 22"/>
          <p:cNvSpPr/>
          <p:nvPr/>
        </p:nvSpPr>
        <p:spPr>
          <a:xfrm>
            <a:off x="7010429" y="-8467"/>
            <a:ext cx="2142876" cy="6866467"/>
          </a:xfrm>
          <a:custGeom>
            <a:avLst/>
            <a:gdLst>
              <a:gd name="connsiteX0" fmla="*/ 0 w 2853267"/>
              <a:gd name="connsiteY0" fmla="*/ 0 h 6866467"/>
              <a:gd name="connsiteX1" fmla="*/ 2472267 w 2853267"/>
              <a:gd name="connsiteY1" fmla="*/ 6866467 h 6866467"/>
              <a:gd name="connsiteX2" fmla="*/ 2853267 w 2853267"/>
              <a:gd name="connsiteY2" fmla="*/ 6858000 h 6866467"/>
              <a:gd name="connsiteX3" fmla="*/ 2853267 w 2853267"/>
              <a:gd name="connsiteY3" fmla="*/ 0 h 6866467"/>
              <a:gd name="connsiteX4" fmla="*/ 0 w 2853267"/>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Freeform 23"/>
          <p:cNvSpPr/>
          <p:nvPr/>
        </p:nvSpPr>
        <p:spPr>
          <a:xfrm>
            <a:off x="8295776" y="-8467"/>
            <a:ext cx="857530" cy="6866467"/>
          </a:xfrm>
          <a:custGeom>
            <a:avLst/>
            <a:gdLst>
              <a:gd name="connsiteX0" fmla="*/ 1016000 w 1286933"/>
              <a:gd name="connsiteY0" fmla="*/ 0 h 6866467"/>
              <a:gd name="connsiteX1" fmla="*/ 0 w 1286933"/>
              <a:gd name="connsiteY1" fmla="*/ 6866467 h 6866467"/>
              <a:gd name="connsiteX2" fmla="*/ 1286933 w 1286933"/>
              <a:gd name="connsiteY2" fmla="*/ 6866467 h 6866467"/>
              <a:gd name="connsiteX3" fmla="*/ 1278466 w 1286933"/>
              <a:gd name="connsiteY3" fmla="*/ 0 h 6866467"/>
              <a:gd name="connsiteX4" fmla="*/ 1016000 w 1286933"/>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Freeform 24"/>
          <p:cNvSpPr/>
          <p:nvPr/>
        </p:nvSpPr>
        <p:spPr>
          <a:xfrm>
            <a:off x="8077231" y="-8468"/>
            <a:ext cx="1066770" cy="6866467"/>
          </a:xfrm>
          <a:custGeom>
            <a:avLst/>
            <a:gdLst>
              <a:gd name="connsiteX0" fmla="*/ 0 w 1244600"/>
              <a:gd name="connsiteY0" fmla="*/ 0 h 6874934"/>
              <a:gd name="connsiteX1" fmla="*/ 1117600 w 1244600"/>
              <a:gd name="connsiteY1" fmla="*/ 6866467 h 6874934"/>
              <a:gd name="connsiteX2" fmla="*/ 1244600 w 1244600"/>
              <a:gd name="connsiteY2" fmla="*/ 6874934 h 6874934"/>
              <a:gd name="connsiteX3" fmla="*/ 1236134 w 1244600"/>
              <a:gd name="connsiteY3" fmla="*/ 0 h 6874934"/>
              <a:gd name="connsiteX4" fmla="*/ 0 w 1244600"/>
              <a:gd name="connsiteY4" fmla="*/ 0 h 6874934"/>
              <a:gd name="connsiteX0" fmla="*/ 0 w 1253067"/>
              <a:gd name="connsiteY0" fmla="*/ 0 h 6874934"/>
              <a:gd name="connsiteX1" fmla="*/ 1117600 w 1253067"/>
              <a:gd name="connsiteY1" fmla="*/ 6866467 h 6874934"/>
              <a:gd name="connsiteX2" fmla="*/ 1244600 w 1253067"/>
              <a:gd name="connsiteY2" fmla="*/ 6874934 h 6874934"/>
              <a:gd name="connsiteX3" fmla="*/ 1253067 w 1253067"/>
              <a:gd name="connsiteY3" fmla="*/ 0 h 6874934"/>
              <a:gd name="connsiteX4" fmla="*/ 0 w 1253067"/>
              <a:gd name="connsiteY4" fmla="*/ 0 h 6874934"/>
              <a:gd name="connsiteX0" fmla="*/ 0 w 1270244"/>
              <a:gd name="connsiteY0" fmla="*/ 0 h 6866467"/>
              <a:gd name="connsiteX1" fmla="*/ 1117600 w 1270244"/>
              <a:gd name="connsiteY1" fmla="*/ 6866467 h 6866467"/>
              <a:gd name="connsiteX2" fmla="*/ 1270000 w 1270244"/>
              <a:gd name="connsiteY2" fmla="*/ 6866467 h 6866467"/>
              <a:gd name="connsiteX3" fmla="*/ 1253067 w 1270244"/>
              <a:gd name="connsiteY3" fmla="*/ 0 h 6866467"/>
              <a:gd name="connsiteX4" fmla="*/ 0 w 1270244"/>
              <a:gd name="connsiteY4" fmla="*/ 0 h 686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 name="Freeform 25"/>
          <p:cNvSpPr/>
          <p:nvPr/>
        </p:nvSpPr>
        <p:spPr>
          <a:xfrm>
            <a:off x="8060297" y="4893733"/>
            <a:ext cx="1094086" cy="1964267"/>
          </a:xfrm>
          <a:custGeom>
            <a:avLst/>
            <a:gdLst>
              <a:gd name="connsiteX0" fmla="*/ 0 w 1820333"/>
              <a:gd name="connsiteY0" fmla="*/ 3268133 h 3268133"/>
              <a:gd name="connsiteX1" fmla="*/ 1811866 w 1820333"/>
              <a:gd name="connsiteY1" fmla="*/ 0 h 3268133"/>
              <a:gd name="connsiteX2" fmla="*/ 1820333 w 1820333"/>
              <a:gd name="connsiteY2" fmla="*/ 3259666 h 3268133"/>
              <a:gd name="connsiteX3" fmla="*/ 0 w 1820333"/>
              <a:gd name="connsiteY3" fmla="*/ 3268133 h 3268133"/>
            </a:gdLst>
            <a:ahLst/>
            <a:cxnLst>
              <a:cxn ang="0">
                <a:pos x="connsiteX0" y="connsiteY0"/>
              </a:cxn>
              <a:cxn ang="0">
                <a:pos x="connsiteX1" y="connsiteY1"/>
              </a:cxn>
              <a:cxn ang="0">
                <a:pos x="connsiteX2" y="connsiteY2"/>
              </a:cxn>
              <a:cxn ang="0">
                <a:pos x="connsiteX3" y="connsiteY3"/>
              </a:cxn>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Vertical Title 1"/>
          <p:cNvSpPr>
            <a:spLocks noGrp="1"/>
          </p:cNvSpPr>
          <p:nvPr>
            <p:ph type="title" orient="vert"/>
          </p:nvPr>
        </p:nvSpPr>
        <p:spPr>
          <a:xfrm>
            <a:off x="5977312" y="609600"/>
            <a:ext cx="978812" cy="5251451"/>
          </a:xfrm>
        </p:spPr>
        <p:txBody>
          <a:bodyPr vert="eaVert" anchor="ctr"/>
          <a:lstStyle/>
          <a:p>
            <a:r>
              <a:rPr lang="en-US" smtClean="0"/>
              <a:t>Click to edit Master title style</a:t>
            </a:r>
            <a:endParaRPr lang="en-US"/>
          </a:p>
        </p:txBody>
      </p:sp>
      <p:sp>
        <p:nvSpPr>
          <p:cNvPr id="3" name="Vertical Text Placeholder 2"/>
          <p:cNvSpPr>
            <a:spLocks noGrp="1"/>
          </p:cNvSpPr>
          <p:nvPr>
            <p:ph type="body" orient="vert" idx="1"/>
          </p:nvPr>
        </p:nvSpPr>
        <p:spPr>
          <a:xfrm>
            <a:off x="609599" y="609600"/>
            <a:ext cx="5195026" cy="54317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B5BEF2-1CD6-4A07-B3B7-D4ED708CF93F}" type="datetimeFigureOut">
              <a:rPr lang="fi-FI" smtClean="0"/>
              <a:t>22.9.2012</a:t>
            </a:fld>
            <a:endParaRPr lang="fi-FI"/>
          </a:p>
        </p:txBody>
      </p:sp>
      <p:sp>
        <p:nvSpPr>
          <p:cNvPr id="5" name="Footer Placeholder 4"/>
          <p:cNvSpPr>
            <a:spLocks noGrp="1"/>
          </p:cNvSpPr>
          <p:nvPr>
            <p:ph type="ftr" sz="quarter" idx="11"/>
          </p:nvPr>
        </p:nvSpPr>
        <p:spPr/>
        <p:txBody>
          <a:bodyPr/>
          <a:lstStyle/>
          <a:p>
            <a:endParaRPr lang="fi-FI"/>
          </a:p>
        </p:txBody>
      </p:sp>
      <p:sp>
        <p:nvSpPr>
          <p:cNvPr id="6" name="Slide Number Placeholder 5"/>
          <p:cNvSpPr>
            <a:spLocks noGrp="1"/>
          </p:cNvSpPr>
          <p:nvPr>
            <p:ph type="sldNum" sz="quarter" idx="12"/>
          </p:nvPr>
        </p:nvSpPr>
        <p:spPr/>
        <p:txBody>
          <a:bodyPr/>
          <a:lstStyle/>
          <a:p>
            <a:fld id="{8A1D0451-5C4B-4195-93C3-0D9F295A816D}" type="slidenum">
              <a:rPr lang="fi-FI" smtClean="0"/>
              <a:t>‹#›</a:t>
            </a:fld>
            <a:endParaRPr lang="fi-FI"/>
          </a:p>
        </p:txBody>
      </p:sp>
    </p:spTree>
    <p:extLst>
      <p:ext uri="{BB962C8B-B14F-4D97-AF65-F5344CB8AC3E}">
        <p14:creationId xmlns:p14="http://schemas.microsoft.com/office/powerpoint/2010/main" val="12401961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5B5BEF2-1CD6-4A07-B3B7-D4ED708CF93F}" type="datetimeFigureOut">
              <a:rPr lang="fi-FI" smtClean="0"/>
              <a:t>22.9.2012</a:t>
            </a:fld>
            <a:endParaRPr lang="fi-FI"/>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i-FI"/>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8A1D0451-5C4B-4195-93C3-0D9F295A816D}" type="slidenum">
              <a:rPr lang="fi-FI" smtClean="0"/>
              <a:t>‹#›</a:t>
            </a:fld>
            <a:endParaRPr lang="fi-FI"/>
          </a:p>
        </p:txBody>
      </p:sp>
    </p:spTree>
    <p:extLst>
      <p:ext uri="{BB962C8B-B14F-4D97-AF65-F5344CB8AC3E}">
        <p14:creationId xmlns:p14="http://schemas.microsoft.com/office/powerpoint/2010/main" val="3533179014"/>
      </p:ext>
    </p:extLst>
  </p:cSld>
  <p:clrMap bg1="lt1" tx1="dk1" bg2="lt2" tx2="dk2" accent1="accent1" accent2="accent2" accent3="accent3" accent4="accent4" accent5="accent5" accent6="accent6" hlink="hlink" folHlink="folHlink"/>
  <p:sldLayoutIdLst>
    <p:sldLayoutId id="2147483986" r:id="rId1"/>
    <p:sldLayoutId id="2147483987" r:id="rId2"/>
    <p:sldLayoutId id="2147483988" r:id="rId3"/>
    <p:sldLayoutId id="2147483989" r:id="rId4"/>
    <p:sldLayoutId id="2147483990" r:id="rId5"/>
    <p:sldLayoutId id="2147483991" r:id="rId6"/>
    <p:sldLayoutId id="2147483992" r:id="rId7"/>
    <p:sldLayoutId id="2147483993" r:id="rId8"/>
    <p:sldLayoutId id="2147483994" r:id="rId9"/>
    <p:sldLayoutId id="2147483995" r:id="rId10"/>
    <p:sldLayoutId id="2147483996" r:id="rId11"/>
    <p:sldLayoutId id="2147483997" r:id="rId12"/>
    <p:sldLayoutId id="2147483998" r:id="rId13"/>
    <p:sldLayoutId id="2147483999" r:id="rId14"/>
    <p:sldLayoutId id="2147484000" r:id="rId15"/>
    <p:sldLayoutId id="2147484001" r:id="rId16"/>
  </p:sldLayoutIdLst>
  <p:txStyles>
    <p:titleStyle>
      <a:lvl1pPr algn="l" defTabSz="457200" rtl="0" eaLnBrk="1" latinLnBrk="0" hangingPunct="1">
        <a:spcBef>
          <a:spcPct val="0"/>
        </a:spcBef>
        <a:buNone/>
        <a:defRPr sz="3600" kern="1200">
          <a:solidFill>
            <a:schemeClr val="accent1"/>
          </a:solidFill>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witter.com/jukkan/" TargetMode="External"/><Relationship Id="rId2" Type="http://schemas.openxmlformats.org/officeDocument/2006/relationships/hyperlink" Target="http://niiranen.eu/cr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niiranen.eu/crm/2011/06/crm-2011-subgrids-aint-what-associated-views-used-to-be/"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fi-FI" dirty="0" smtClean="0"/>
              <a:t>A story of blog content theft</a:t>
            </a:r>
            <a:endParaRPr lang="fi-FI" dirty="0"/>
          </a:p>
        </p:txBody>
      </p:sp>
      <p:sp>
        <p:nvSpPr>
          <p:cNvPr id="3" name="Subtitle 2"/>
          <p:cNvSpPr>
            <a:spLocks noGrp="1"/>
          </p:cNvSpPr>
          <p:nvPr>
            <p:ph type="subTitle" idx="1"/>
          </p:nvPr>
        </p:nvSpPr>
        <p:spPr>
          <a:xfrm>
            <a:off x="1547664" y="4050834"/>
            <a:ext cx="5409650" cy="1096899"/>
          </a:xfrm>
        </p:spPr>
        <p:txBody>
          <a:bodyPr/>
          <a:lstStyle/>
          <a:p>
            <a:r>
              <a:rPr lang="fi-FI" dirty="0" smtClean="0"/>
              <a:t>How to fight the copy-paste </a:t>
            </a:r>
            <a:r>
              <a:rPr lang="fi-FI" dirty="0" smtClean="0"/>
              <a:t>bloggers in the Microsoft Dynamics CRM community</a:t>
            </a:r>
            <a:endParaRPr lang="fi-FI" dirty="0"/>
          </a:p>
        </p:txBody>
      </p:sp>
      <p:sp>
        <p:nvSpPr>
          <p:cNvPr id="4" name="Subtitle 2"/>
          <p:cNvSpPr txBox="1">
            <a:spLocks/>
          </p:cNvSpPr>
          <p:nvPr/>
        </p:nvSpPr>
        <p:spPr>
          <a:xfrm>
            <a:off x="329457" y="5644469"/>
            <a:ext cx="5826719" cy="1096899"/>
          </a:xfrm>
          <a:prstGeom prst="rect">
            <a:avLst/>
          </a:prstGeom>
        </p:spPr>
        <p:txBody>
          <a:bodyPr vert="horz" lIns="91440" tIns="45720" rIns="91440" bIns="45720" rtlCol="0" anchor="t">
            <a:normAutofit/>
          </a:bodyPr>
          <a:lstStyle>
            <a:lvl1pPr marL="0" indent="0" algn="r" defTabSz="457200" rtl="0" eaLnBrk="1" latinLnBrk="0" hangingPunct="1">
              <a:spcBef>
                <a:spcPct val="20000"/>
              </a:spcBef>
              <a:spcAft>
                <a:spcPts val="60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ct val="20000"/>
              </a:spcBef>
              <a:spcAft>
                <a:spcPts val="60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l"/>
            <a:r>
              <a:rPr lang="fi-FI" sz="1400" i="1" dirty="0" smtClean="0"/>
              <a:t>Jukka Niiranen</a:t>
            </a:r>
          </a:p>
          <a:p>
            <a:pPr algn="l"/>
            <a:r>
              <a:rPr lang="fi-FI" sz="1400" i="1" dirty="0" smtClean="0"/>
              <a:t>Blogger at Surviving CRM (</a:t>
            </a:r>
            <a:r>
              <a:rPr lang="fi-FI" sz="1400" i="1" dirty="0" smtClean="0">
                <a:hlinkClick r:id="rId2"/>
              </a:rPr>
              <a:t>http://niiranen.eu/crm/</a:t>
            </a:r>
            <a:r>
              <a:rPr lang="fi-FI" sz="1400" i="1" dirty="0" smtClean="0"/>
              <a:t>) </a:t>
            </a:r>
          </a:p>
          <a:p>
            <a:pPr algn="l"/>
            <a:r>
              <a:rPr lang="fi-FI" sz="1400" i="1" dirty="0" smtClean="0"/>
              <a:t>Tweetaholic at @jukkan (</a:t>
            </a:r>
            <a:r>
              <a:rPr lang="fi-FI" sz="1400" i="1" dirty="0">
                <a:hlinkClick r:id="rId3"/>
              </a:rPr>
              <a:t>https://twitter.com/jukkan</a:t>
            </a:r>
            <a:r>
              <a:rPr lang="fi-FI" sz="1400" i="1" dirty="0" smtClean="0">
                <a:hlinkClick r:id="rId3"/>
              </a:rPr>
              <a:t>/</a:t>
            </a:r>
            <a:r>
              <a:rPr lang="fi-FI" sz="1400" i="1" dirty="0" smtClean="0"/>
              <a:t>)</a:t>
            </a:r>
            <a:endParaRPr lang="fi-FI" sz="1400" i="1" dirty="0"/>
          </a:p>
        </p:txBody>
      </p:sp>
    </p:spTree>
    <p:extLst>
      <p:ext uri="{BB962C8B-B14F-4D97-AF65-F5344CB8AC3E}">
        <p14:creationId xmlns:p14="http://schemas.microsoft.com/office/powerpoint/2010/main" val="40196201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Spotting the content theft &amp; the opportunity</a:t>
            </a:r>
            <a:endParaRPr lang="fi-FI" dirty="0"/>
          </a:p>
        </p:txBody>
      </p:sp>
      <p:sp>
        <p:nvSpPr>
          <p:cNvPr id="3" name="Content Placeholder 2"/>
          <p:cNvSpPr>
            <a:spLocks noGrp="1"/>
          </p:cNvSpPr>
          <p:nvPr>
            <p:ph idx="1"/>
          </p:nvPr>
        </p:nvSpPr>
        <p:spPr>
          <a:xfrm>
            <a:off x="609599" y="2160590"/>
            <a:ext cx="6347714" cy="4364754"/>
          </a:xfrm>
        </p:spPr>
        <p:txBody>
          <a:bodyPr>
            <a:normAutofit fontScale="92500"/>
          </a:bodyPr>
          <a:lstStyle/>
          <a:p>
            <a:r>
              <a:rPr lang="fi-FI" dirty="0"/>
              <a:t>I discovered a </a:t>
            </a:r>
            <a:r>
              <a:rPr lang="fi-FI" dirty="0" smtClean="0"/>
              <a:t>corporate blog </a:t>
            </a:r>
            <a:r>
              <a:rPr lang="fi-FI" dirty="0"/>
              <a:t>that had stolen a post I wrote on my </a:t>
            </a:r>
            <a:r>
              <a:rPr lang="fi-FI" dirty="0" smtClean="0"/>
              <a:t>personal Surviving </a:t>
            </a:r>
            <a:r>
              <a:rPr lang="fi-FI" dirty="0"/>
              <a:t>CRM </a:t>
            </a:r>
            <a:r>
              <a:rPr lang="fi-FI" dirty="0" smtClean="0"/>
              <a:t>blog</a:t>
            </a:r>
          </a:p>
          <a:p>
            <a:pPr lvl="1"/>
            <a:r>
              <a:rPr lang="fi-FI" dirty="0"/>
              <a:t>Original article: </a:t>
            </a:r>
            <a:r>
              <a:rPr lang="fi-FI" dirty="0">
                <a:hlinkClick r:id="rId2"/>
              </a:rPr>
              <a:t>http://niiranen.eu/crm/2011/06/crm-2011-subgrids-aint-what-associated-views-used-to-be</a:t>
            </a:r>
            <a:r>
              <a:rPr lang="fi-FI" dirty="0" smtClean="0">
                <a:hlinkClick r:id="rId2"/>
              </a:rPr>
              <a:t>/</a:t>
            </a:r>
            <a:endParaRPr lang="fi-FI" dirty="0"/>
          </a:p>
          <a:p>
            <a:r>
              <a:rPr lang="fi-FI" dirty="0"/>
              <a:t>Lucky for me they had done a pure copy &amp; paste without editing any of the content</a:t>
            </a:r>
          </a:p>
          <a:p>
            <a:r>
              <a:rPr lang="fi-FI" dirty="0"/>
              <a:t>This meant that also the images on their blog post were ”hotlinked”, meaning they were being loaded from my blog’s web server</a:t>
            </a:r>
          </a:p>
          <a:p>
            <a:r>
              <a:rPr lang="fi-FI" dirty="0"/>
              <a:t>I could have easily blocked the images from being shown anywhere outside my own website by modifying the .htaccess file</a:t>
            </a:r>
          </a:p>
          <a:p>
            <a:r>
              <a:rPr lang="fi-FI" dirty="0"/>
              <a:t>I could have even replaced them with a static image saying </a:t>
            </a:r>
            <a:r>
              <a:rPr lang="fi-FI" i="1" dirty="0"/>
              <a:t>”to view this content, please visit Surviving CRM</a:t>
            </a:r>
            <a:r>
              <a:rPr lang="fi-FI" i="1" dirty="0" smtClean="0"/>
              <a:t>”</a:t>
            </a:r>
            <a:endParaRPr lang="fi-FI" i="1" dirty="0"/>
          </a:p>
        </p:txBody>
      </p:sp>
    </p:spTree>
    <p:extLst>
      <p:ext uri="{BB962C8B-B14F-4D97-AF65-F5344CB8AC3E}">
        <p14:creationId xmlns:p14="http://schemas.microsoft.com/office/powerpoint/2010/main" val="104924777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i-FI" sz="2400" dirty="0" smtClean="0"/>
              <a:t>Complaining on Twitter gives a tiny little pleasure, but it doesn’t really address the problem</a:t>
            </a:r>
            <a:endParaRPr lang="fi-FI" sz="2400" dirty="0"/>
          </a:p>
        </p:txBody>
      </p:sp>
      <p:pic>
        <p:nvPicPr>
          <p:cNvPr id="3" name="Picture 2"/>
          <p:cNvPicPr>
            <a:picLocks noChangeAspect="1"/>
          </p:cNvPicPr>
          <p:nvPr/>
        </p:nvPicPr>
        <p:blipFill>
          <a:blip r:embed="rId2"/>
          <a:stretch>
            <a:fillRect/>
          </a:stretch>
        </p:blipFill>
        <p:spPr>
          <a:xfrm>
            <a:off x="2392897" y="1628800"/>
            <a:ext cx="4051311" cy="511256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282842978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Plotting the payback</a:t>
            </a:r>
            <a:endParaRPr lang="fi-FI" dirty="0"/>
          </a:p>
        </p:txBody>
      </p:sp>
      <p:sp>
        <p:nvSpPr>
          <p:cNvPr id="3" name="Content Placeholder 2"/>
          <p:cNvSpPr>
            <a:spLocks noGrp="1"/>
          </p:cNvSpPr>
          <p:nvPr>
            <p:ph idx="1"/>
          </p:nvPr>
        </p:nvSpPr>
        <p:spPr/>
        <p:txBody>
          <a:bodyPr/>
          <a:lstStyle/>
          <a:p>
            <a:r>
              <a:rPr lang="fi-FI" dirty="0" smtClean="0"/>
              <a:t>I decided to be a bit more cheeky with my approach and replace the images with tailormade notifications for the blog in question</a:t>
            </a:r>
          </a:p>
          <a:p>
            <a:r>
              <a:rPr lang="fi-FI" dirty="0" smtClean="0"/>
              <a:t>I created new copies of the images and updated my own blog post to use those</a:t>
            </a:r>
          </a:p>
          <a:p>
            <a:r>
              <a:rPr lang="fi-FI" dirty="0" smtClean="0"/>
              <a:t>For the original images I added some text boxes into the images. These would be shown to any visitor to the offending blog as long as they were still delivered from my web server</a:t>
            </a:r>
          </a:p>
          <a:p>
            <a:r>
              <a:rPr lang="fi-FI" dirty="0" smtClean="0"/>
              <a:t>Naturally I also wanted to document the results into this slide deck (and my blog), in case the blog owner spots the modified images and removes the post</a:t>
            </a:r>
            <a:endParaRPr lang="fi-FI" dirty="0"/>
          </a:p>
        </p:txBody>
      </p:sp>
    </p:spTree>
    <p:extLst>
      <p:ext uri="{BB962C8B-B14F-4D97-AF65-F5344CB8AC3E}">
        <p14:creationId xmlns:p14="http://schemas.microsoft.com/office/powerpoint/2010/main" val="17269284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fi-FI" sz="2400" dirty="0" smtClean="0"/>
              <a:t>The first images were left as they were. This way anyone who’s just browsing the content and not reading through it (like the blog owner) may not notice the trick</a:t>
            </a:r>
            <a:endParaRPr lang="fi-FI" sz="2400"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317" y="2420888"/>
            <a:ext cx="4242667" cy="4221088"/>
          </a:xfrm>
          <a:prstGeom prst="rect">
            <a:avLst/>
          </a:prstGeom>
          <a:ln>
            <a:noFill/>
          </a:ln>
          <a:effectLst>
            <a:outerShdw blurRad="292100" dist="139700" dir="2700000" algn="tl" rotWithShape="0">
              <a:srgbClr val="333333">
                <a:alpha val="65000"/>
              </a:srgbClr>
            </a:outerShdw>
          </a:effectLst>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16016" y="2420888"/>
            <a:ext cx="4216472" cy="422079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8440889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On the next images I added a friendly note telling the reader where the original article is from</a:t>
            </a:r>
            <a:endParaRPr lang="fi-FI"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629" y="2348880"/>
            <a:ext cx="4222355" cy="4293096"/>
          </a:xfrm>
          <a:prstGeom prst="rect">
            <a:avLst/>
          </a:prstGeom>
          <a:ln>
            <a:noFill/>
          </a:ln>
          <a:effectLst>
            <a:outerShdw blurRad="292100" dist="139700" dir="2700000" algn="tl" rotWithShape="0">
              <a:srgbClr val="333333">
                <a:alpha val="65000"/>
              </a:srgbClr>
            </a:outerShdw>
          </a:effectLst>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8024" y="2348880"/>
            <a:ext cx="4196424" cy="429309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66831932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fi-FI" sz="2800" dirty="0" smtClean="0"/>
              <a:t>As we move along, I point out that the ”author” of this blog couldn’t actually write a post like this him/herself</a:t>
            </a:r>
            <a:endParaRPr lang="fi-FI" sz="2800"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642" y="2276872"/>
            <a:ext cx="4334350" cy="4370282"/>
          </a:xfrm>
          <a:prstGeom prst="rect">
            <a:avLst/>
          </a:prstGeom>
          <a:ln>
            <a:noFill/>
          </a:ln>
          <a:effectLst>
            <a:outerShdw blurRad="292100" dist="139700" dir="2700000" algn="tl" rotWithShape="0">
              <a:srgbClr val="333333">
                <a:alpha val="65000"/>
              </a:srgbClr>
            </a:outerShdw>
          </a:effectLst>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4008" y="2276872"/>
            <a:ext cx="4298039" cy="436505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06837563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883296"/>
          </a:xfrm>
        </p:spPr>
        <p:txBody>
          <a:bodyPr>
            <a:normAutofit/>
          </a:bodyPr>
          <a:lstStyle/>
          <a:p>
            <a:r>
              <a:rPr lang="fi-FI" sz="2400" dirty="0" smtClean="0"/>
              <a:t>Since this is a blog for a company, next I questioned what their business ethics are like if they resort to such content theft in their online marketing</a:t>
            </a:r>
            <a:endParaRPr lang="fi-FI" sz="2400"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265" y="2276872"/>
            <a:ext cx="4244719" cy="4365104"/>
          </a:xfrm>
          <a:prstGeom prst="rect">
            <a:avLst/>
          </a:prstGeom>
          <a:ln>
            <a:noFill/>
          </a:ln>
          <a:effectLst>
            <a:outerShdw blurRad="292100" dist="139700" dir="2700000" algn="tl" rotWithShape="0">
              <a:srgbClr val="333333">
                <a:alpha val="65000"/>
              </a:srgbClr>
            </a:outerShdw>
          </a:effectLst>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16016" y="2276872"/>
            <a:ext cx="4258093" cy="436510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0662051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8" y="609600"/>
            <a:ext cx="6482681" cy="1739280"/>
          </a:xfrm>
        </p:spPr>
        <p:txBody>
          <a:bodyPr>
            <a:noAutofit/>
          </a:bodyPr>
          <a:lstStyle/>
          <a:p>
            <a:r>
              <a:rPr lang="fi-FI" sz="2200" dirty="0" smtClean="0"/>
              <a:t>On the last picture we advice the potential customer to always check the backgrounds of CRM consultants that they wish to hire, to protect themselves from fraudulent players</a:t>
            </a:r>
            <a:endParaRPr lang="fi-FI" sz="2200"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5889" y="2276872"/>
            <a:ext cx="4274103" cy="4414312"/>
          </a:xfrm>
          <a:prstGeom prst="rect">
            <a:avLst/>
          </a:prstGeom>
          <a:ln>
            <a:noFill/>
          </a:ln>
          <a:effectLst>
            <a:outerShdw blurRad="292100" dist="139700" dir="2700000" algn="tl" rotWithShape="0">
              <a:srgbClr val="333333">
                <a:alpha val="65000"/>
              </a:srgbClr>
            </a:outerShdw>
          </a:effectLst>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4008" y="2276872"/>
            <a:ext cx="4331973" cy="441431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299221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Conclusions</a:t>
            </a:r>
            <a:endParaRPr lang="fi-FI" dirty="0"/>
          </a:p>
        </p:txBody>
      </p:sp>
      <p:sp>
        <p:nvSpPr>
          <p:cNvPr id="3" name="Content Placeholder 2"/>
          <p:cNvSpPr>
            <a:spLocks noGrp="1"/>
          </p:cNvSpPr>
          <p:nvPr>
            <p:ph idx="1"/>
          </p:nvPr>
        </p:nvSpPr>
        <p:spPr>
          <a:xfrm>
            <a:off x="609599" y="2160590"/>
            <a:ext cx="6347714" cy="4580778"/>
          </a:xfrm>
        </p:spPr>
        <p:txBody>
          <a:bodyPr>
            <a:normAutofit fontScale="92500" lnSpcReduction="10000"/>
          </a:bodyPr>
          <a:lstStyle/>
          <a:p>
            <a:r>
              <a:rPr lang="fi-FI" dirty="0" smtClean="0"/>
              <a:t>Content theft is all too commonplace on the web today and its very difficult to protect yourself from becoming a victim of it</a:t>
            </a:r>
          </a:p>
          <a:p>
            <a:r>
              <a:rPr lang="fi-FI" dirty="0" smtClean="0"/>
              <a:t>Many copy-paste bloggers will remove the stolen blog posts if you contact them, but this means they can just continue with their practice and none of the readers will know about it</a:t>
            </a:r>
          </a:p>
          <a:p>
            <a:r>
              <a:rPr lang="fi-FI" dirty="0" smtClean="0"/>
              <a:t>If you’d link to the stolen content from your original blog article, you might just end up giving them a higher search engine ranking as a result (that’s what they are ultimately looking for with their practice)</a:t>
            </a:r>
          </a:p>
          <a:p>
            <a:r>
              <a:rPr lang="fi-FI" dirty="0" smtClean="0"/>
              <a:t>As a blogger, you need to be creative in using different means to draw attention to the content thieves</a:t>
            </a:r>
          </a:p>
          <a:p>
            <a:r>
              <a:rPr lang="fi-FI" dirty="0" smtClean="0"/>
              <a:t>As blog readers, we should all be alert in spotting content theft and notifying the original bloggers as well as the copy-pasters about it</a:t>
            </a:r>
            <a:endParaRPr lang="fi-FI" dirty="0"/>
          </a:p>
        </p:txBody>
      </p:sp>
    </p:spTree>
    <p:extLst>
      <p:ext uri="{BB962C8B-B14F-4D97-AF65-F5344CB8AC3E}">
        <p14:creationId xmlns:p14="http://schemas.microsoft.com/office/powerpoint/2010/main" val="2287989177"/>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SD - core">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SD - core">
      <a:majorFont>
        <a:latin typeface="Trebuchet MS"/>
        <a:ea typeface=""/>
        <a:cs typeface=""/>
      </a:majorFont>
      <a:minorFont>
        <a:latin typeface="Trebuchet MS"/>
        <a:ea typeface=""/>
        <a:cs typeface=""/>
      </a:minorFont>
    </a:fontScheme>
    <a:fmtScheme name="Facet SD - core">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256</TotalTime>
  <Words>552</Words>
  <Application>Microsoft Office PowerPoint</Application>
  <PresentationFormat>On-screen Show (4:3)</PresentationFormat>
  <Paragraphs>29</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Facet</vt:lpstr>
      <vt:lpstr>A story of blog content theft</vt:lpstr>
      <vt:lpstr>Spotting the content theft &amp; the opportunity</vt:lpstr>
      <vt:lpstr>Complaining on Twitter gives a tiny little pleasure, but it doesn’t really address the problem</vt:lpstr>
      <vt:lpstr>Plotting the payback</vt:lpstr>
      <vt:lpstr>The first images were left as they were. This way anyone who’s just browsing the content and not reading through it (like the blog owner) may not notice the trick</vt:lpstr>
      <vt:lpstr>On the next images I added a friendly note telling the reader where the original article is from</vt:lpstr>
      <vt:lpstr>As we move along, I point out that the ”author” of this blog couldn’t actually write a post like this him/herself</vt:lpstr>
      <vt:lpstr>Since this is a blog for a company, next I questioned what their business ethics are like if they resort to such content theft in their online marketing</vt:lpstr>
      <vt:lpstr>On the last picture we advice the potential customer to always check the backgrounds of CRM consultants that they wish to hire, to protect themselves from fraudulent players</vt:lpstr>
      <vt:lpstr>Conclusions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Jukka Niiranen</dc:creator>
  <cp:lastModifiedBy>Jukka Niiranen</cp:lastModifiedBy>
  <cp:revision>12</cp:revision>
  <dcterms:created xsi:type="dcterms:W3CDTF">2012-09-22T12:23:37Z</dcterms:created>
  <dcterms:modified xsi:type="dcterms:W3CDTF">2012-09-22T17:19:10Z</dcterms:modified>
</cp:coreProperties>
</file>