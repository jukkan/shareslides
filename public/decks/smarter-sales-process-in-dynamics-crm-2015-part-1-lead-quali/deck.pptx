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 id="2147483660" r:id="rId6"/>
    <p:sldMasterId id="2147483673" r:id="rId7"/>
    <p:sldMasterId id="2147483685" r:id="rId8"/>
  </p:sldMasterIdLst>
  <p:notesMasterIdLst>
    <p:notesMasterId r:id="rId42"/>
  </p:notesMasterIdLst>
  <p:sldIdLst>
    <p:sldId id="256" r:id="rId9"/>
    <p:sldId id="301" r:id="rId10"/>
    <p:sldId id="286" r:id="rId11"/>
    <p:sldId id="300" r:id="rId12"/>
    <p:sldId id="258" r:id="rId13"/>
    <p:sldId id="260" r:id="rId14"/>
    <p:sldId id="279" r:id="rId15"/>
    <p:sldId id="261" r:id="rId16"/>
    <p:sldId id="262" r:id="rId17"/>
    <p:sldId id="263" r:id="rId18"/>
    <p:sldId id="264" r:id="rId19"/>
    <p:sldId id="265" r:id="rId20"/>
    <p:sldId id="274" r:id="rId21"/>
    <p:sldId id="267" r:id="rId22"/>
    <p:sldId id="275" r:id="rId23"/>
    <p:sldId id="266" r:id="rId24"/>
    <p:sldId id="268" r:id="rId25"/>
    <p:sldId id="276" r:id="rId26"/>
    <p:sldId id="288" r:id="rId27"/>
    <p:sldId id="269" r:id="rId28"/>
    <p:sldId id="277" r:id="rId29"/>
    <p:sldId id="278" r:id="rId30"/>
    <p:sldId id="290" r:id="rId31"/>
    <p:sldId id="289" r:id="rId32"/>
    <p:sldId id="291" r:id="rId33"/>
    <p:sldId id="292" r:id="rId34"/>
    <p:sldId id="293" r:id="rId35"/>
    <p:sldId id="294" r:id="rId36"/>
    <p:sldId id="295" r:id="rId37"/>
    <p:sldId id="296" r:id="rId38"/>
    <p:sldId id="299" r:id="rId39"/>
    <p:sldId id="302" r:id="rId40"/>
    <p:sldId id="303" r:id="rId41"/>
  </p:sldIdLst>
  <p:sldSz cx="9144000" cy="6858000" type="screen4x3"/>
  <p:notesSz cx="6858000" cy="9144000"/>
  <p:defaultTex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B6AE"/>
    <a:srgbClr val="52C2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p:cViewPr varScale="1">
        <p:scale>
          <a:sx n="116" d="100"/>
          <a:sy n="116" d="100"/>
        </p:scale>
        <p:origin x="1500"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notesMaster" Target="notesMasters/notesMaster1.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presProps" Target="presProps.xml"/><Relationship Id="rId8" Type="http://schemas.openxmlformats.org/officeDocument/2006/relationships/slideMaster" Target="slideMasters/slideMaster4.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tableStyles" Target="tableStyles.xml"/><Relationship Id="rId20" Type="http://schemas.openxmlformats.org/officeDocument/2006/relationships/slide" Target="slides/slide12.xml"/><Relationship Id="rId41" Type="http://schemas.openxmlformats.org/officeDocument/2006/relationships/slide" Target="slides/slide3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87FE64-C2BB-4301-B7F2-BCE47EB5A8A1}" type="doc">
      <dgm:prSet loTypeId="urn:microsoft.com/office/officeart/2005/8/layout/process3" loCatId="process" qsTypeId="urn:microsoft.com/office/officeart/2005/8/quickstyle/simple1" qsCatId="simple" csTypeId="urn:microsoft.com/office/officeart/2005/8/colors/accent1_2" csCatId="accent1" phldr="1"/>
      <dgm:spPr/>
    </dgm:pt>
    <dgm:pt modelId="{9F0E073A-640B-4BF5-88C9-D781341EFD8E}">
      <dgm:prSet phldrT="[Text]"/>
      <dgm:spPr/>
      <dgm:t>
        <a:bodyPr/>
        <a:lstStyle/>
        <a:p>
          <a:r>
            <a:rPr lang="fi-FI" smtClean="0"/>
            <a:t>1. Lead qualification</a:t>
          </a:r>
          <a:endParaRPr lang="fi-FI"/>
        </a:p>
      </dgm:t>
    </dgm:pt>
    <dgm:pt modelId="{89916C81-5C51-4407-BE2E-7FC1505F2520}" type="parTrans" cxnId="{CC4A8533-69F8-4BBD-8C43-4BF73DE40E48}">
      <dgm:prSet/>
      <dgm:spPr/>
      <dgm:t>
        <a:bodyPr/>
        <a:lstStyle/>
        <a:p>
          <a:endParaRPr lang="fi-FI"/>
        </a:p>
      </dgm:t>
    </dgm:pt>
    <dgm:pt modelId="{80DDFE8E-AD40-4262-8ED8-EE25603E7DEA}" type="sibTrans" cxnId="{CC4A8533-69F8-4BBD-8C43-4BF73DE40E48}">
      <dgm:prSet/>
      <dgm:spPr/>
      <dgm:t>
        <a:bodyPr/>
        <a:lstStyle/>
        <a:p>
          <a:endParaRPr lang="fi-FI"/>
        </a:p>
      </dgm:t>
    </dgm:pt>
    <dgm:pt modelId="{5C1C9C49-9D29-428B-B8FC-2E999A0DEBE9}">
      <dgm:prSet phldrT="[Text]"/>
      <dgm:spPr/>
      <dgm:t>
        <a:bodyPr/>
        <a:lstStyle/>
        <a:p>
          <a:r>
            <a:rPr lang="fi-FI" dirty="0" smtClean="0"/>
            <a:t>2. </a:t>
          </a:r>
          <a:r>
            <a:rPr lang="fi-FI" smtClean="0"/>
            <a:t>Opportunity revenue estimation</a:t>
          </a:r>
          <a:endParaRPr lang="fi-FI" dirty="0"/>
        </a:p>
      </dgm:t>
    </dgm:pt>
    <dgm:pt modelId="{A16DCC53-40A6-4BEB-8C25-F8E56595A551}" type="parTrans" cxnId="{B543C497-DD4F-46A0-905F-C4AF03B2E759}">
      <dgm:prSet/>
      <dgm:spPr/>
      <dgm:t>
        <a:bodyPr/>
        <a:lstStyle/>
        <a:p>
          <a:endParaRPr lang="fi-FI"/>
        </a:p>
      </dgm:t>
    </dgm:pt>
    <dgm:pt modelId="{8D24CDA5-24DF-492F-85C2-FCB4570674A4}" type="sibTrans" cxnId="{B543C497-DD4F-46A0-905F-C4AF03B2E759}">
      <dgm:prSet/>
      <dgm:spPr/>
      <dgm:t>
        <a:bodyPr/>
        <a:lstStyle/>
        <a:p>
          <a:endParaRPr lang="fi-FI"/>
        </a:p>
      </dgm:t>
    </dgm:pt>
    <dgm:pt modelId="{96138742-60ED-44AE-892F-A90C11A8E995}">
      <dgm:prSet phldrT="[Text]"/>
      <dgm:spPr/>
      <dgm:t>
        <a:bodyPr/>
        <a:lstStyle/>
        <a:p>
          <a:r>
            <a:rPr lang="fi-FI" dirty="0" smtClean="0"/>
            <a:t>Convert leads to influencers instead of new opportunities</a:t>
          </a:r>
          <a:endParaRPr lang="fi-FI" dirty="0"/>
        </a:p>
      </dgm:t>
    </dgm:pt>
    <dgm:pt modelId="{F2D8563A-8DB5-49D2-A5CD-AF75AC7B815B}" type="parTrans" cxnId="{04D349E3-FAC3-4009-A16B-B0C54313383C}">
      <dgm:prSet/>
      <dgm:spPr/>
      <dgm:t>
        <a:bodyPr/>
        <a:lstStyle/>
        <a:p>
          <a:endParaRPr lang="fi-FI"/>
        </a:p>
      </dgm:t>
    </dgm:pt>
    <dgm:pt modelId="{8F6A1A03-0C38-43AD-B343-3F58132B2E83}" type="sibTrans" cxnId="{04D349E3-FAC3-4009-A16B-B0C54313383C}">
      <dgm:prSet/>
      <dgm:spPr/>
      <dgm:t>
        <a:bodyPr/>
        <a:lstStyle/>
        <a:p>
          <a:endParaRPr lang="fi-FI"/>
        </a:p>
      </dgm:t>
    </dgm:pt>
    <dgm:pt modelId="{D9D0F459-4D3B-495E-A5C6-D6A1BE061048}">
      <dgm:prSet phldrT="[Text]"/>
      <dgm:spPr/>
      <dgm:t>
        <a:bodyPr/>
        <a:lstStyle/>
        <a:p>
          <a:r>
            <a:rPr lang="fi-FI" dirty="0" smtClean="0"/>
            <a:t>Calculate opportunity total value from day &amp; rate fields</a:t>
          </a:r>
          <a:endParaRPr lang="fi-FI" dirty="0"/>
        </a:p>
      </dgm:t>
    </dgm:pt>
    <dgm:pt modelId="{65E24E88-5C02-4F0B-8752-64799FC3424C}" type="parTrans" cxnId="{F41043E6-05EC-4C9A-985C-A2AAF9852048}">
      <dgm:prSet/>
      <dgm:spPr/>
      <dgm:t>
        <a:bodyPr/>
        <a:lstStyle/>
        <a:p>
          <a:endParaRPr lang="fi-FI"/>
        </a:p>
      </dgm:t>
    </dgm:pt>
    <dgm:pt modelId="{5C0D36D0-FCE7-400C-8CC5-C11623ECAB21}" type="sibTrans" cxnId="{F41043E6-05EC-4C9A-985C-A2AAF9852048}">
      <dgm:prSet/>
      <dgm:spPr/>
      <dgm:t>
        <a:bodyPr/>
        <a:lstStyle/>
        <a:p>
          <a:endParaRPr lang="fi-FI"/>
        </a:p>
      </dgm:t>
    </dgm:pt>
    <dgm:pt modelId="{D7C9A7BE-2417-428B-9524-31D170AA44D3}">
      <dgm:prSet phldrT="[Text]"/>
      <dgm:spPr/>
      <dgm:t>
        <a:bodyPr/>
        <a:lstStyle/>
        <a:p>
          <a:r>
            <a:rPr lang="fi-FI" smtClean="0"/>
            <a:t>3. Pipeline development</a:t>
          </a:r>
          <a:endParaRPr lang="fi-FI"/>
        </a:p>
      </dgm:t>
    </dgm:pt>
    <dgm:pt modelId="{EEBEB180-8409-49F8-B053-691255906D35}" type="parTrans" cxnId="{442EA19D-4F50-498C-BBEF-EBD3D215A39C}">
      <dgm:prSet/>
      <dgm:spPr/>
      <dgm:t>
        <a:bodyPr/>
        <a:lstStyle/>
        <a:p>
          <a:endParaRPr lang="fi-FI"/>
        </a:p>
      </dgm:t>
    </dgm:pt>
    <dgm:pt modelId="{67B7C185-F0C4-4078-BD48-C99002C2EF6C}" type="sibTrans" cxnId="{442EA19D-4F50-498C-BBEF-EBD3D215A39C}">
      <dgm:prSet/>
      <dgm:spPr/>
      <dgm:t>
        <a:bodyPr/>
        <a:lstStyle/>
        <a:p>
          <a:endParaRPr lang="fi-FI"/>
        </a:p>
      </dgm:t>
    </dgm:pt>
    <dgm:pt modelId="{E47301C1-5CCB-4056-B1EA-D12FF7E9F61E}">
      <dgm:prSet phldrT="[Text]"/>
      <dgm:spPr/>
      <dgm:t>
        <a:bodyPr/>
        <a:lstStyle/>
        <a:p>
          <a:r>
            <a:rPr lang="fi-FI" dirty="0" smtClean="0"/>
            <a:t>Capture opportunity count and revenue per sales stage</a:t>
          </a:r>
          <a:endParaRPr lang="fi-FI" dirty="0"/>
        </a:p>
      </dgm:t>
    </dgm:pt>
    <dgm:pt modelId="{986194D5-51A3-4B1F-9A2F-41AB6B207A0B}" type="parTrans" cxnId="{B6C34A62-EF08-4961-B00D-0C6C706D0E68}">
      <dgm:prSet/>
      <dgm:spPr/>
      <dgm:t>
        <a:bodyPr/>
        <a:lstStyle/>
        <a:p>
          <a:endParaRPr lang="fi-FI"/>
        </a:p>
      </dgm:t>
    </dgm:pt>
    <dgm:pt modelId="{EAE78C0B-4664-4C28-B562-ECB8D2F7A72A}" type="sibTrans" cxnId="{B6C34A62-EF08-4961-B00D-0C6C706D0E68}">
      <dgm:prSet/>
      <dgm:spPr/>
      <dgm:t>
        <a:bodyPr/>
        <a:lstStyle/>
        <a:p>
          <a:endParaRPr lang="fi-FI"/>
        </a:p>
      </dgm:t>
    </dgm:pt>
    <dgm:pt modelId="{63AE6570-59A5-41D1-AD20-B5B9C0066A95}">
      <dgm:prSet phldrT="[Text]"/>
      <dgm:spPr/>
      <dgm:t>
        <a:bodyPr/>
        <a:lstStyle/>
        <a:p>
          <a:r>
            <a:rPr lang="fi-FI" dirty="0" smtClean="0"/>
            <a:t>Streamline data entry for leads on existing accounts &amp; contacts</a:t>
          </a:r>
          <a:endParaRPr lang="fi-FI" dirty="0"/>
        </a:p>
      </dgm:t>
    </dgm:pt>
    <dgm:pt modelId="{F7C70AAA-0EB3-45D4-B28B-704B1B34685E}" type="parTrans" cxnId="{75D3E539-38C2-44C7-8EC6-E3D157AD4CFD}">
      <dgm:prSet/>
      <dgm:spPr/>
      <dgm:t>
        <a:bodyPr/>
        <a:lstStyle/>
        <a:p>
          <a:endParaRPr lang="en-US"/>
        </a:p>
      </dgm:t>
    </dgm:pt>
    <dgm:pt modelId="{19760A60-D84C-4A30-8980-DD95DE823024}" type="sibTrans" cxnId="{75D3E539-38C2-44C7-8EC6-E3D157AD4CFD}">
      <dgm:prSet/>
      <dgm:spPr/>
      <dgm:t>
        <a:bodyPr/>
        <a:lstStyle/>
        <a:p>
          <a:endParaRPr lang="en-US"/>
        </a:p>
      </dgm:t>
    </dgm:pt>
    <dgm:pt modelId="{063B73BF-F252-4336-AD7D-0DBE2C6841A3}">
      <dgm:prSet phldrT="[Text]"/>
      <dgm:spPr/>
      <dgm:t>
        <a:bodyPr/>
        <a:lstStyle/>
        <a:p>
          <a:r>
            <a:rPr lang="fi-FI" dirty="0" smtClean="0"/>
            <a:t>Schedule data snapshots of historical pipeline size</a:t>
          </a:r>
          <a:endParaRPr lang="fi-FI" dirty="0"/>
        </a:p>
      </dgm:t>
    </dgm:pt>
    <dgm:pt modelId="{C4CD97B3-EC37-45FC-B831-D8984E338889}" type="parTrans" cxnId="{89774B2D-B364-4652-8A20-6AF3C747A9DD}">
      <dgm:prSet/>
      <dgm:spPr/>
      <dgm:t>
        <a:bodyPr/>
        <a:lstStyle/>
        <a:p>
          <a:endParaRPr lang="en-US"/>
        </a:p>
      </dgm:t>
    </dgm:pt>
    <dgm:pt modelId="{80CB20BB-76AE-4C20-A75E-3117A21DAA8A}" type="sibTrans" cxnId="{89774B2D-B364-4652-8A20-6AF3C747A9DD}">
      <dgm:prSet/>
      <dgm:spPr/>
      <dgm:t>
        <a:bodyPr/>
        <a:lstStyle/>
        <a:p>
          <a:endParaRPr lang="en-US"/>
        </a:p>
      </dgm:t>
    </dgm:pt>
    <dgm:pt modelId="{592E6204-DE1C-4ABC-A59D-E7696CAD8E9F}">
      <dgm:prSet phldrT="[Text]"/>
      <dgm:spPr/>
      <dgm:t>
        <a:bodyPr/>
        <a:lstStyle/>
        <a:p>
          <a:r>
            <a:rPr lang="fi-FI" dirty="0" smtClean="0"/>
            <a:t>Replace opportunity product lines with predefined cost estimate fields</a:t>
          </a:r>
          <a:endParaRPr lang="fi-FI" dirty="0"/>
        </a:p>
      </dgm:t>
    </dgm:pt>
    <dgm:pt modelId="{214BCB3B-3B82-47AF-8C7A-C8263E0B9B8B}" type="parTrans" cxnId="{53969597-839D-41FE-8F09-7645D94275C1}">
      <dgm:prSet/>
      <dgm:spPr/>
      <dgm:t>
        <a:bodyPr/>
        <a:lstStyle/>
        <a:p>
          <a:endParaRPr lang="en-US"/>
        </a:p>
      </dgm:t>
    </dgm:pt>
    <dgm:pt modelId="{68705A3D-2BC7-497D-9BED-47B2E9350867}" type="sibTrans" cxnId="{53969597-839D-41FE-8F09-7645D94275C1}">
      <dgm:prSet/>
      <dgm:spPr/>
      <dgm:t>
        <a:bodyPr/>
        <a:lstStyle/>
        <a:p>
          <a:endParaRPr lang="en-US"/>
        </a:p>
      </dgm:t>
    </dgm:pt>
    <dgm:pt modelId="{8AB1583F-9843-4E83-BB0A-FE994500197A}" type="pres">
      <dgm:prSet presAssocID="{B787FE64-C2BB-4301-B7F2-BCE47EB5A8A1}" presName="linearFlow" presStyleCnt="0">
        <dgm:presLayoutVars>
          <dgm:dir/>
          <dgm:animLvl val="lvl"/>
          <dgm:resizeHandles val="exact"/>
        </dgm:presLayoutVars>
      </dgm:prSet>
      <dgm:spPr/>
    </dgm:pt>
    <dgm:pt modelId="{09F29E2F-C511-4CD4-AACB-89D164589693}" type="pres">
      <dgm:prSet presAssocID="{9F0E073A-640B-4BF5-88C9-D781341EFD8E}" presName="composite" presStyleCnt="0"/>
      <dgm:spPr/>
    </dgm:pt>
    <dgm:pt modelId="{8592E055-5121-413D-8221-CC13F3757FBB}" type="pres">
      <dgm:prSet presAssocID="{9F0E073A-640B-4BF5-88C9-D781341EFD8E}" presName="parTx" presStyleLbl="node1" presStyleIdx="0" presStyleCnt="3">
        <dgm:presLayoutVars>
          <dgm:chMax val="0"/>
          <dgm:chPref val="0"/>
          <dgm:bulletEnabled val="1"/>
        </dgm:presLayoutVars>
      </dgm:prSet>
      <dgm:spPr/>
      <dgm:t>
        <a:bodyPr/>
        <a:lstStyle/>
        <a:p>
          <a:endParaRPr lang="en-US"/>
        </a:p>
      </dgm:t>
    </dgm:pt>
    <dgm:pt modelId="{8619BA2E-BE08-4CC6-A47A-E0D61256D833}" type="pres">
      <dgm:prSet presAssocID="{9F0E073A-640B-4BF5-88C9-D781341EFD8E}" presName="parSh" presStyleLbl="node1" presStyleIdx="0" presStyleCnt="3"/>
      <dgm:spPr/>
      <dgm:t>
        <a:bodyPr/>
        <a:lstStyle/>
        <a:p>
          <a:endParaRPr lang="en-US"/>
        </a:p>
      </dgm:t>
    </dgm:pt>
    <dgm:pt modelId="{494C6FA9-0797-49D7-AC78-22EFD31C0947}" type="pres">
      <dgm:prSet presAssocID="{9F0E073A-640B-4BF5-88C9-D781341EFD8E}" presName="desTx" presStyleLbl="fgAcc1" presStyleIdx="0" presStyleCnt="3">
        <dgm:presLayoutVars>
          <dgm:bulletEnabled val="1"/>
        </dgm:presLayoutVars>
      </dgm:prSet>
      <dgm:spPr/>
      <dgm:t>
        <a:bodyPr/>
        <a:lstStyle/>
        <a:p>
          <a:endParaRPr lang="fi-FI"/>
        </a:p>
      </dgm:t>
    </dgm:pt>
    <dgm:pt modelId="{ECD0A5E5-A6BB-45C6-B0AA-112A708C7D3A}" type="pres">
      <dgm:prSet presAssocID="{80DDFE8E-AD40-4262-8ED8-EE25603E7DEA}" presName="sibTrans" presStyleLbl="sibTrans2D1" presStyleIdx="0" presStyleCnt="2"/>
      <dgm:spPr/>
      <dgm:t>
        <a:bodyPr/>
        <a:lstStyle/>
        <a:p>
          <a:endParaRPr lang="en-US"/>
        </a:p>
      </dgm:t>
    </dgm:pt>
    <dgm:pt modelId="{F6DD8874-8DAC-4417-A6C1-97589456A657}" type="pres">
      <dgm:prSet presAssocID="{80DDFE8E-AD40-4262-8ED8-EE25603E7DEA}" presName="connTx" presStyleLbl="sibTrans2D1" presStyleIdx="0" presStyleCnt="2"/>
      <dgm:spPr/>
      <dgm:t>
        <a:bodyPr/>
        <a:lstStyle/>
        <a:p>
          <a:endParaRPr lang="en-US"/>
        </a:p>
      </dgm:t>
    </dgm:pt>
    <dgm:pt modelId="{1EEAA572-1D38-44BC-9192-8110A1732768}" type="pres">
      <dgm:prSet presAssocID="{5C1C9C49-9D29-428B-B8FC-2E999A0DEBE9}" presName="composite" presStyleCnt="0"/>
      <dgm:spPr/>
    </dgm:pt>
    <dgm:pt modelId="{551F2636-F6B7-47D6-97C8-BE70EB6C5BE1}" type="pres">
      <dgm:prSet presAssocID="{5C1C9C49-9D29-428B-B8FC-2E999A0DEBE9}" presName="parTx" presStyleLbl="node1" presStyleIdx="0" presStyleCnt="3">
        <dgm:presLayoutVars>
          <dgm:chMax val="0"/>
          <dgm:chPref val="0"/>
          <dgm:bulletEnabled val="1"/>
        </dgm:presLayoutVars>
      </dgm:prSet>
      <dgm:spPr/>
      <dgm:t>
        <a:bodyPr/>
        <a:lstStyle/>
        <a:p>
          <a:endParaRPr lang="fi-FI"/>
        </a:p>
      </dgm:t>
    </dgm:pt>
    <dgm:pt modelId="{4E0D7149-43FB-4772-961E-7B949F764B77}" type="pres">
      <dgm:prSet presAssocID="{5C1C9C49-9D29-428B-B8FC-2E999A0DEBE9}" presName="parSh" presStyleLbl="node1" presStyleIdx="1" presStyleCnt="3"/>
      <dgm:spPr/>
      <dgm:t>
        <a:bodyPr/>
        <a:lstStyle/>
        <a:p>
          <a:endParaRPr lang="fi-FI"/>
        </a:p>
      </dgm:t>
    </dgm:pt>
    <dgm:pt modelId="{5D626858-44C3-4F70-B731-89D7137D3000}" type="pres">
      <dgm:prSet presAssocID="{5C1C9C49-9D29-428B-B8FC-2E999A0DEBE9}" presName="desTx" presStyleLbl="fgAcc1" presStyleIdx="1" presStyleCnt="3">
        <dgm:presLayoutVars>
          <dgm:bulletEnabled val="1"/>
        </dgm:presLayoutVars>
      </dgm:prSet>
      <dgm:spPr/>
      <dgm:t>
        <a:bodyPr/>
        <a:lstStyle/>
        <a:p>
          <a:endParaRPr lang="fi-FI"/>
        </a:p>
      </dgm:t>
    </dgm:pt>
    <dgm:pt modelId="{C3F39163-B775-4C27-9F1D-0FE9D17D7250}" type="pres">
      <dgm:prSet presAssocID="{8D24CDA5-24DF-492F-85C2-FCB4570674A4}" presName="sibTrans" presStyleLbl="sibTrans2D1" presStyleIdx="1" presStyleCnt="2"/>
      <dgm:spPr/>
      <dgm:t>
        <a:bodyPr/>
        <a:lstStyle/>
        <a:p>
          <a:endParaRPr lang="en-US"/>
        </a:p>
      </dgm:t>
    </dgm:pt>
    <dgm:pt modelId="{741AC030-9FE2-408E-93A1-F290A76E526D}" type="pres">
      <dgm:prSet presAssocID="{8D24CDA5-24DF-492F-85C2-FCB4570674A4}" presName="connTx" presStyleLbl="sibTrans2D1" presStyleIdx="1" presStyleCnt="2"/>
      <dgm:spPr/>
      <dgm:t>
        <a:bodyPr/>
        <a:lstStyle/>
        <a:p>
          <a:endParaRPr lang="en-US"/>
        </a:p>
      </dgm:t>
    </dgm:pt>
    <dgm:pt modelId="{965753DB-B765-44D1-88E9-4ACEA6D4E2A5}" type="pres">
      <dgm:prSet presAssocID="{D7C9A7BE-2417-428B-9524-31D170AA44D3}" presName="composite" presStyleCnt="0"/>
      <dgm:spPr/>
    </dgm:pt>
    <dgm:pt modelId="{F3156236-7221-446C-894E-CF837B996F59}" type="pres">
      <dgm:prSet presAssocID="{D7C9A7BE-2417-428B-9524-31D170AA44D3}" presName="parTx" presStyleLbl="node1" presStyleIdx="1" presStyleCnt="3">
        <dgm:presLayoutVars>
          <dgm:chMax val="0"/>
          <dgm:chPref val="0"/>
          <dgm:bulletEnabled val="1"/>
        </dgm:presLayoutVars>
      </dgm:prSet>
      <dgm:spPr/>
      <dgm:t>
        <a:bodyPr/>
        <a:lstStyle/>
        <a:p>
          <a:endParaRPr lang="en-US"/>
        </a:p>
      </dgm:t>
    </dgm:pt>
    <dgm:pt modelId="{88574652-5298-44E5-A829-C7FC8CE7AF2C}" type="pres">
      <dgm:prSet presAssocID="{D7C9A7BE-2417-428B-9524-31D170AA44D3}" presName="parSh" presStyleLbl="node1" presStyleIdx="2" presStyleCnt="3"/>
      <dgm:spPr/>
      <dgm:t>
        <a:bodyPr/>
        <a:lstStyle/>
        <a:p>
          <a:endParaRPr lang="en-US"/>
        </a:p>
      </dgm:t>
    </dgm:pt>
    <dgm:pt modelId="{6D2D5376-477E-4C50-9A39-2D5013F247E3}" type="pres">
      <dgm:prSet presAssocID="{D7C9A7BE-2417-428B-9524-31D170AA44D3}" presName="desTx" presStyleLbl="fgAcc1" presStyleIdx="2" presStyleCnt="3">
        <dgm:presLayoutVars>
          <dgm:bulletEnabled val="1"/>
        </dgm:presLayoutVars>
      </dgm:prSet>
      <dgm:spPr/>
      <dgm:t>
        <a:bodyPr/>
        <a:lstStyle/>
        <a:p>
          <a:endParaRPr lang="fi-FI"/>
        </a:p>
      </dgm:t>
    </dgm:pt>
  </dgm:ptLst>
  <dgm:cxnLst>
    <dgm:cxn modelId="{53969597-839D-41FE-8F09-7645D94275C1}" srcId="{5C1C9C49-9D29-428B-B8FC-2E999A0DEBE9}" destId="{592E6204-DE1C-4ABC-A59D-E7696CAD8E9F}" srcOrd="0" destOrd="0" parTransId="{214BCB3B-3B82-47AF-8C7A-C8263E0B9B8B}" sibTransId="{68705A3D-2BC7-497D-9BED-47B2E9350867}"/>
    <dgm:cxn modelId="{B6C34A62-EF08-4961-B00D-0C6C706D0E68}" srcId="{D7C9A7BE-2417-428B-9524-31D170AA44D3}" destId="{E47301C1-5CCB-4056-B1EA-D12FF7E9F61E}" srcOrd="0" destOrd="0" parTransId="{986194D5-51A3-4B1F-9A2F-41AB6B207A0B}" sibTransId="{EAE78C0B-4664-4C28-B562-ECB8D2F7A72A}"/>
    <dgm:cxn modelId="{89774B2D-B364-4652-8A20-6AF3C747A9DD}" srcId="{D7C9A7BE-2417-428B-9524-31D170AA44D3}" destId="{063B73BF-F252-4336-AD7D-0DBE2C6841A3}" srcOrd="1" destOrd="0" parTransId="{C4CD97B3-EC37-45FC-B831-D8984E338889}" sibTransId="{80CB20BB-76AE-4C20-A75E-3117A21DAA8A}"/>
    <dgm:cxn modelId="{B57E1CC1-75FD-4BF7-8C9A-ECBE84C60D77}" type="presOf" srcId="{592E6204-DE1C-4ABC-A59D-E7696CAD8E9F}" destId="{5D626858-44C3-4F70-B731-89D7137D3000}" srcOrd="0" destOrd="0" presId="urn:microsoft.com/office/officeart/2005/8/layout/process3"/>
    <dgm:cxn modelId="{F41043E6-05EC-4C9A-985C-A2AAF9852048}" srcId="{5C1C9C49-9D29-428B-B8FC-2E999A0DEBE9}" destId="{D9D0F459-4D3B-495E-A5C6-D6A1BE061048}" srcOrd="1" destOrd="0" parTransId="{65E24E88-5C02-4F0B-8752-64799FC3424C}" sibTransId="{5C0D36D0-FCE7-400C-8CC5-C11623ECAB21}"/>
    <dgm:cxn modelId="{862FD4D1-81A1-4A78-8549-BC505F192170}" type="presOf" srcId="{5C1C9C49-9D29-428B-B8FC-2E999A0DEBE9}" destId="{4E0D7149-43FB-4772-961E-7B949F764B77}" srcOrd="1" destOrd="0" presId="urn:microsoft.com/office/officeart/2005/8/layout/process3"/>
    <dgm:cxn modelId="{EA726688-E6DD-4510-A03A-A53F651F5DC6}" type="presOf" srcId="{B787FE64-C2BB-4301-B7F2-BCE47EB5A8A1}" destId="{8AB1583F-9843-4E83-BB0A-FE994500197A}" srcOrd="0" destOrd="0" presId="urn:microsoft.com/office/officeart/2005/8/layout/process3"/>
    <dgm:cxn modelId="{75D3E539-38C2-44C7-8EC6-E3D157AD4CFD}" srcId="{9F0E073A-640B-4BF5-88C9-D781341EFD8E}" destId="{63AE6570-59A5-41D1-AD20-B5B9C0066A95}" srcOrd="0" destOrd="0" parTransId="{F7C70AAA-0EB3-45D4-B28B-704B1B34685E}" sibTransId="{19760A60-D84C-4A30-8980-DD95DE823024}"/>
    <dgm:cxn modelId="{749B6DFA-DD53-4D4F-9FC8-59E5789FE014}" type="presOf" srcId="{9F0E073A-640B-4BF5-88C9-D781341EFD8E}" destId="{8592E055-5121-413D-8221-CC13F3757FBB}" srcOrd="0" destOrd="0" presId="urn:microsoft.com/office/officeart/2005/8/layout/process3"/>
    <dgm:cxn modelId="{965BFDF9-1A00-49BF-ACE1-F72AF1768243}" type="presOf" srcId="{8D24CDA5-24DF-492F-85C2-FCB4570674A4}" destId="{C3F39163-B775-4C27-9F1D-0FE9D17D7250}" srcOrd="0" destOrd="0" presId="urn:microsoft.com/office/officeart/2005/8/layout/process3"/>
    <dgm:cxn modelId="{ED9B8BCC-0BD5-4E69-9C08-9187D7F5B379}" type="presOf" srcId="{9F0E073A-640B-4BF5-88C9-D781341EFD8E}" destId="{8619BA2E-BE08-4CC6-A47A-E0D61256D833}" srcOrd="1" destOrd="0" presId="urn:microsoft.com/office/officeart/2005/8/layout/process3"/>
    <dgm:cxn modelId="{B99D25B2-9EF1-40D1-8386-032405976F98}" type="presOf" srcId="{D7C9A7BE-2417-428B-9524-31D170AA44D3}" destId="{F3156236-7221-446C-894E-CF837B996F59}" srcOrd="0" destOrd="0" presId="urn:microsoft.com/office/officeart/2005/8/layout/process3"/>
    <dgm:cxn modelId="{C577BD2C-9B80-4DC3-A313-67F61ACFF44C}" type="presOf" srcId="{D9D0F459-4D3B-495E-A5C6-D6A1BE061048}" destId="{5D626858-44C3-4F70-B731-89D7137D3000}" srcOrd="0" destOrd="1" presId="urn:microsoft.com/office/officeart/2005/8/layout/process3"/>
    <dgm:cxn modelId="{E9FA360C-E08E-4920-9EDE-8B0EC3E68A68}" type="presOf" srcId="{D7C9A7BE-2417-428B-9524-31D170AA44D3}" destId="{88574652-5298-44E5-A829-C7FC8CE7AF2C}" srcOrd="1" destOrd="0" presId="urn:microsoft.com/office/officeart/2005/8/layout/process3"/>
    <dgm:cxn modelId="{3BFCA8AE-B8AA-43A0-A7B5-F7C8675D893F}" type="presOf" srcId="{80DDFE8E-AD40-4262-8ED8-EE25603E7DEA}" destId="{ECD0A5E5-A6BB-45C6-B0AA-112A708C7D3A}" srcOrd="0" destOrd="0" presId="urn:microsoft.com/office/officeart/2005/8/layout/process3"/>
    <dgm:cxn modelId="{EFDFADEC-C55A-4266-9F0B-2D879960871F}" type="presOf" srcId="{063B73BF-F252-4336-AD7D-0DBE2C6841A3}" destId="{6D2D5376-477E-4C50-9A39-2D5013F247E3}" srcOrd="0" destOrd="1" presId="urn:microsoft.com/office/officeart/2005/8/layout/process3"/>
    <dgm:cxn modelId="{A90E6E01-4DCF-4E6C-95A5-F8E30A14344C}" type="presOf" srcId="{63AE6570-59A5-41D1-AD20-B5B9C0066A95}" destId="{494C6FA9-0797-49D7-AC78-22EFD31C0947}" srcOrd="0" destOrd="0" presId="urn:microsoft.com/office/officeart/2005/8/layout/process3"/>
    <dgm:cxn modelId="{04D349E3-FAC3-4009-A16B-B0C54313383C}" srcId="{9F0E073A-640B-4BF5-88C9-D781341EFD8E}" destId="{96138742-60ED-44AE-892F-A90C11A8E995}" srcOrd="1" destOrd="0" parTransId="{F2D8563A-8DB5-49D2-A5CD-AF75AC7B815B}" sibTransId="{8F6A1A03-0C38-43AD-B343-3F58132B2E83}"/>
    <dgm:cxn modelId="{442EA19D-4F50-498C-BBEF-EBD3D215A39C}" srcId="{B787FE64-C2BB-4301-B7F2-BCE47EB5A8A1}" destId="{D7C9A7BE-2417-428B-9524-31D170AA44D3}" srcOrd="2" destOrd="0" parTransId="{EEBEB180-8409-49F8-B053-691255906D35}" sibTransId="{67B7C185-F0C4-4078-BD48-C99002C2EF6C}"/>
    <dgm:cxn modelId="{42D68D4E-7CD5-44D2-ACF0-374763D9D272}" type="presOf" srcId="{5C1C9C49-9D29-428B-B8FC-2E999A0DEBE9}" destId="{551F2636-F6B7-47D6-97C8-BE70EB6C5BE1}" srcOrd="0" destOrd="0" presId="urn:microsoft.com/office/officeart/2005/8/layout/process3"/>
    <dgm:cxn modelId="{A7CF6AF2-77E4-402C-AA38-712D78822A7A}" type="presOf" srcId="{80DDFE8E-AD40-4262-8ED8-EE25603E7DEA}" destId="{F6DD8874-8DAC-4417-A6C1-97589456A657}" srcOrd="1" destOrd="0" presId="urn:microsoft.com/office/officeart/2005/8/layout/process3"/>
    <dgm:cxn modelId="{CC4A8533-69F8-4BBD-8C43-4BF73DE40E48}" srcId="{B787FE64-C2BB-4301-B7F2-BCE47EB5A8A1}" destId="{9F0E073A-640B-4BF5-88C9-D781341EFD8E}" srcOrd="0" destOrd="0" parTransId="{89916C81-5C51-4407-BE2E-7FC1505F2520}" sibTransId="{80DDFE8E-AD40-4262-8ED8-EE25603E7DEA}"/>
    <dgm:cxn modelId="{344A8EE5-28A5-4BC6-A93F-8DEEF8721F09}" type="presOf" srcId="{8D24CDA5-24DF-492F-85C2-FCB4570674A4}" destId="{741AC030-9FE2-408E-93A1-F290A76E526D}" srcOrd="1" destOrd="0" presId="urn:microsoft.com/office/officeart/2005/8/layout/process3"/>
    <dgm:cxn modelId="{B543C497-DD4F-46A0-905F-C4AF03B2E759}" srcId="{B787FE64-C2BB-4301-B7F2-BCE47EB5A8A1}" destId="{5C1C9C49-9D29-428B-B8FC-2E999A0DEBE9}" srcOrd="1" destOrd="0" parTransId="{A16DCC53-40A6-4BEB-8C25-F8E56595A551}" sibTransId="{8D24CDA5-24DF-492F-85C2-FCB4570674A4}"/>
    <dgm:cxn modelId="{B1CF034C-AE3E-4C3F-9845-32590C3CADAB}" type="presOf" srcId="{96138742-60ED-44AE-892F-A90C11A8E995}" destId="{494C6FA9-0797-49D7-AC78-22EFD31C0947}" srcOrd="0" destOrd="1" presId="urn:microsoft.com/office/officeart/2005/8/layout/process3"/>
    <dgm:cxn modelId="{4BCAE7A7-5DEA-4B67-A748-F18EE3719E52}" type="presOf" srcId="{E47301C1-5CCB-4056-B1EA-D12FF7E9F61E}" destId="{6D2D5376-477E-4C50-9A39-2D5013F247E3}" srcOrd="0" destOrd="0" presId="urn:microsoft.com/office/officeart/2005/8/layout/process3"/>
    <dgm:cxn modelId="{A5D7B252-E36D-419E-BE18-04688FBA0FC8}" type="presParOf" srcId="{8AB1583F-9843-4E83-BB0A-FE994500197A}" destId="{09F29E2F-C511-4CD4-AACB-89D164589693}" srcOrd="0" destOrd="0" presId="urn:microsoft.com/office/officeart/2005/8/layout/process3"/>
    <dgm:cxn modelId="{8BB61474-BA65-4AB4-99CC-D7E21E2BECDD}" type="presParOf" srcId="{09F29E2F-C511-4CD4-AACB-89D164589693}" destId="{8592E055-5121-413D-8221-CC13F3757FBB}" srcOrd="0" destOrd="0" presId="urn:microsoft.com/office/officeart/2005/8/layout/process3"/>
    <dgm:cxn modelId="{F0BB44C5-A533-4FE6-98D7-005789A45F82}" type="presParOf" srcId="{09F29E2F-C511-4CD4-AACB-89D164589693}" destId="{8619BA2E-BE08-4CC6-A47A-E0D61256D833}" srcOrd="1" destOrd="0" presId="urn:microsoft.com/office/officeart/2005/8/layout/process3"/>
    <dgm:cxn modelId="{F389DC9B-D1D3-4BC0-9751-D0F5EB603F61}" type="presParOf" srcId="{09F29E2F-C511-4CD4-AACB-89D164589693}" destId="{494C6FA9-0797-49D7-AC78-22EFD31C0947}" srcOrd="2" destOrd="0" presId="urn:microsoft.com/office/officeart/2005/8/layout/process3"/>
    <dgm:cxn modelId="{DB8E5389-24CC-4E77-A923-03AFFAF63FA1}" type="presParOf" srcId="{8AB1583F-9843-4E83-BB0A-FE994500197A}" destId="{ECD0A5E5-A6BB-45C6-B0AA-112A708C7D3A}" srcOrd="1" destOrd="0" presId="urn:microsoft.com/office/officeart/2005/8/layout/process3"/>
    <dgm:cxn modelId="{5B3207F3-BBBC-40EB-976C-D22A8D694D27}" type="presParOf" srcId="{ECD0A5E5-A6BB-45C6-B0AA-112A708C7D3A}" destId="{F6DD8874-8DAC-4417-A6C1-97589456A657}" srcOrd="0" destOrd="0" presId="urn:microsoft.com/office/officeart/2005/8/layout/process3"/>
    <dgm:cxn modelId="{4AD969FD-FB2E-46AA-A984-944DBF4A36FA}" type="presParOf" srcId="{8AB1583F-9843-4E83-BB0A-FE994500197A}" destId="{1EEAA572-1D38-44BC-9192-8110A1732768}" srcOrd="2" destOrd="0" presId="urn:microsoft.com/office/officeart/2005/8/layout/process3"/>
    <dgm:cxn modelId="{A7032ABD-707B-4C50-9A63-DE4387317541}" type="presParOf" srcId="{1EEAA572-1D38-44BC-9192-8110A1732768}" destId="{551F2636-F6B7-47D6-97C8-BE70EB6C5BE1}" srcOrd="0" destOrd="0" presId="urn:microsoft.com/office/officeart/2005/8/layout/process3"/>
    <dgm:cxn modelId="{E9A5B39E-1A12-4A0C-92C4-F8297C3B88B6}" type="presParOf" srcId="{1EEAA572-1D38-44BC-9192-8110A1732768}" destId="{4E0D7149-43FB-4772-961E-7B949F764B77}" srcOrd="1" destOrd="0" presId="urn:microsoft.com/office/officeart/2005/8/layout/process3"/>
    <dgm:cxn modelId="{7B17B1EE-6431-4ABC-BA96-FBAFF531C943}" type="presParOf" srcId="{1EEAA572-1D38-44BC-9192-8110A1732768}" destId="{5D626858-44C3-4F70-B731-89D7137D3000}" srcOrd="2" destOrd="0" presId="urn:microsoft.com/office/officeart/2005/8/layout/process3"/>
    <dgm:cxn modelId="{9B136760-C88E-4AB1-93C5-327E3E34508B}" type="presParOf" srcId="{8AB1583F-9843-4E83-BB0A-FE994500197A}" destId="{C3F39163-B775-4C27-9F1D-0FE9D17D7250}" srcOrd="3" destOrd="0" presId="urn:microsoft.com/office/officeart/2005/8/layout/process3"/>
    <dgm:cxn modelId="{95D4C86F-DB3D-4BF6-BE9B-986891DFB6B0}" type="presParOf" srcId="{C3F39163-B775-4C27-9F1D-0FE9D17D7250}" destId="{741AC030-9FE2-408E-93A1-F290A76E526D}" srcOrd="0" destOrd="0" presId="urn:microsoft.com/office/officeart/2005/8/layout/process3"/>
    <dgm:cxn modelId="{9FE553A0-202B-484B-B7BF-2FB205359F2B}" type="presParOf" srcId="{8AB1583F-9843-4E83-BB0A-FE994500197A}" destId="{965753DB-B765-44D1-88E9-4ACEA6D4E2A5}" srcOrd="4" destOrd="0" presId="urn:microsoft.com/office/officeart/2005/8/layout/process3"/>
    <dgm:cxn modelId="{F4CCD265-A86B-41AB-9F33-72CDDBAF8DF1}" type="presParOf" srcId="{965753DB-B765-44D1-88E9-4ACEA6D4E2A5}" destId="{F3156236-7221-446C-894E-CF837B996F59}" srcOrd="0" destOrd="0" presId="urn:microsoft.com/office/officeart/2005/8/layout/process3"/>
    <dgm:cxn modelId="{F3B0A81D-3740-436E-9FEE-AF851E8F43C5}" type="presParOf" srcId="{965753DB-B765-44D1-88E9-4ACEA6D4E2A5}" destId="{88574652-5298-44E5-A829-C7FC8CE7AF2C}" srcOrd="1" destOrd="0" presId="urn:microsoft.com/office/officeart/2005/8/layout/process3"/>
    <dgm:cxn modelId="{E13B4509-8140-4583-AB81-9C4A04D5308D}" type="presParOf" srcId="{965753DB-B765-44D1-88E9-4ACEA6D4E2A5}" destId="{6D2D5376-477E-4C50-9A39-2D5013F247E3}"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19BA2E-BE08-4CC6-A47A-E0D61256D833}">
      <dsp:nvSpPr>
        <dsp:cNvPr id="0" name=""/>
        <dsp:cNvSpPr/>
      </dsp:nvSpPr>
      <dsp:spPr>
        <a:xfrm>
          <a:off x="4093" y="625380"/>
          <a:ext cx="1861062" cy="94380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lvl="0" algn="l" defTabSz="711200">
            <a:lnSpc>
              <a:spcPct val="90000"/>
            </a:lnSpc>
            <a:spcBef>
              <a:spcPct val="0"/>
            </a:spcBef>
            <a:spcAft>
              <a:spcPct val="35000"/>
            </a:spcAft>
          </a:pPr>
          <a:r>
            <a:rPr lang="fi-FI" sz="1600" kern="1200" smtClean="0"/>
            <a:t>1. Lead qualification</a:t>
          </a:r>
          <a:endParaRPr lang="fi-FI" sz="1600" kern="1200"/>
        </a:p>
      </dsp:txBody>
      <dsp:txXfrm>
        <a:off x="4093" y="625380"/>
        <a:ext cx="1861062" cy="629202"/>
      </dsp:txXfrm>
    </dsp:sp>
    <dsp:sp modelId="{494C6FA9-0797-49D7-AC78-22EFD31C0947}">
      <dsp:nvSpPr>
        <dsp:cNvPr id="0" name=""/>
        <dsp:cNvSpPr/>
      </dsp:nvSpPr>
      <dsp:spPr>
        <a:xfrm>
          <a:off x="385274" y="1254582"/>
          <a:ext cx="1861062" cy="26460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fi-FI" sz="1600" kern="1200" dirty="0" smtClean="0"/>
            <a:t>Streamline data entry for leads on existing accounts &amp; contacts</a:t>
          </a:r>
          <a:endParaRPr lang="fi-FI" sz="1600" kern="1200" dirty="0"/>
        </a:p>
        <a:p>
          <a:pPr marL="171450" lvl="1" indent="-171450" algn="l" defTabSz="711200">
            <a:lnSpc>
              <a:spcPct val="90000"/>
            </a:lnSpc>
            <a:spcBef>
              <a:spcPct val="0"/>
            </a:spcBef>
            <a:spcAft>
              <a:spcPct val="15000"/>
            </a:spcAft>
            <a:buChar char="••"/>
          </a:pPr>
          <a:r>
            <a:rPr lang="fi-FI" sz="1600" kern="1200" dirty="0" smtClean="0"/>
            <a:t>Convert leads to influencers instead of new opportunities</a:t>
          </a:r>
          <a:endParaRPr lang="fi-FI" sz="1600" kern="1200" dirty="0"/>
        </a:p>
      </dsp:txBody>
      <dsp:txXfrm>
        <a:off x="439783" y="1309091"/>
        <a:ext cx="1752044" cy="2536982"/>
      </dsp:txXfrm>
    </dsp:sp>
    <dsp:sp modelId="{ECD0A5E5-A6BB-45C6-B0AA-112A708C7D3A}">
      <dsp:nvSpPr>
        <dsp:cNvPr id="0" name=""/>
        <dsp:cNvSpPr/>
      </dsp:nvSpPr>
      <dsp:spPr>
        <a:xfrm>
          <a:off x="2147286" y="708306"/>
          <a:ext cx="598116" cy="4633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fi-FI" sz="1300" kern="1200"/>
        </a:p>
      </dsp:txBody>
      <dsp:txXfrm>
        <a:off x="2147286" y="800976"/>
        <a:ext cx="459111" cy="278010"/>
      </dsp:txXfrm>
    </dsp:sp>
    <dsp:sp modelId="{4E0D7149-43FB-4772-961E-7B949F764B77}">
      <dsp:nvSpPr>
        <dsp:cNvPr id="0" name=""/>
        <dsp:cNvSpPr/>
      </dsp:nvSpPr>
      <dsp:spPr>
        <a:xfrm>
          <a:off x="2993677" y="625380"/>
          <a:ext cx="1861062" cy="94380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lvl="0" algn="l" defTabSz="711200">
            <a:lnSpc>
              <a:spcPct val="90000"/>
            </a:lnSpc>
            <a:spcBef>
              <a:spcPct val="0"/>
            </a:spcBef>
            <a:spcAft>
              <a:spcPct val="35000"/>
            </a:spcAft>
          </a:pPr>
          <a:r>
            <a:rPr lang="fi-FI" sz="1600" kern="1200" dirty="0" smtClean="0"/>
            <a:t>2. </a:t>
          </a:r>
          <a:r>
            <a:rPr lang="fi-FI" sz="1600" kern="1200" smtClean="0"/>
            <a:t>Opportunity revenue estimation</a:t>
          </a:r>
          <a:endParaRPr lang="fi-FI" sz="1600" kern="1200" dirty="0"/>
        </a:p>
      </dsp:txBody>
      <dsp:txXfrm>
        <a:off x="2993677" y="625380"/>
        <a:ext cx="1861062" cy="629202"/>
      </dsp:txXfrm>
    </dsp:sp>
    <dsp:sp modelId="{5D626858-44C3-4F70-B731-89D7137D3000}">
      <dsp:nvSpPr>
        <dsp:cNvPr id="0" name=""/>
        <dsp:cNvSpPr/>
      </dsp:nvSpPr>
      <dsp:spPr>
        <a:xfrm>
          <a:off x="3374859" y="1254582"/>
          <a:ext cx="1861062" cy="26460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fi-FI" sz="1600" kern="1200" dirty="0" smtClean="0"/>
            <a:t>Replace opportunity product lines with predefined cost estimate fields</a:t>
          </a:r>
          <a:endParaRPr lang="fi-FI" sz="1600" kern="1200" dirty="0"/>
        </a:p>
        <a:p>
          <a:pPr marL="171450" lvl="1" indent="-171450" algn="l" defTabSz="711200">
            <a:lnSpc>
              <a:spcPct val="90000"/>
            </a:lnSpc>
            <a:spcBef>
              <a:spcPct val="0"/>
            </a:spcBef>
            <a:spcAft>
              <a:spcPct val="15000"/>
            </a:spcAft>
            <a:buChar char="••"/>
          </a:pPr>
          <a:r>
            <a:rPr lang="fi-FI" sz="1600" kern="1200" dirty="0" smtClean="0"/>
            <a:t>Calculate opportunity total value from day &amp; rate fields</a:t>
          </a:r>
          <a:endParaRPr lang="fi-FI" sz="1600" kern="1200" dirty="0"/>
        </a:p>
      </dsp:txBody>
      <dsp:txXfrm>
        <a:off x="3429368" y="1309091"/>
        <a:ext cx="1752044" cy="2536982"/>
      </dsp:txXfrm>
    </dsp:sp>
    <dsp:sp modelId="{C3F39163-B775-4C27-9F1D-0FE9D17D7250}">
      <dsp:nvSpPr>
        <dsp:cNvPr id="0" name=""/>
        <dsp:cNvSpPr/>
      </dsp:nvSpPr>
      <dsp:spPr>
        <a:xfrm>
          <a:off x="5136871" y="708306"/>
          <a:ext cx="598116" cy="4633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fi-FI" sz="1300" kern="1200"/>
        </a:p>
      </dsp:txBody>
      <dsp:txXfrm>
        <a:off x="5136871" y="800976"/>
        <a:ext cx="459111" cy="278010"/>
      </dsp:txXfrm>
    </dsp:sp>
    <dsp:sp modelId="{88574652-5298-44E5-A829-C7FC8CE7AF2C}">
      <dsp:nvSpPr>
        <dsp:cNvPr id="0" name=""/>
        <dsp:cNvSpPr/>
      </dsp:nvSpPr>
      <dsp:spPr>
        <a:xfrm>
          <a:off x="5983262" y="625380"/>
          <a:ext cx="1861062" cy="94380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lvl="0" algn="l" defTabSz="711200">
            <a:lnSpc>
              <a:spcPct val="90000"/>
            </a:lnSpc>
            <a:spcBef>
              <a:spcPct val="0"/>
            </a:spcBef>
            <a:spcAft>
              <a:spcPct val="35000"/>
            </a:spcAft>
          </a:pPr>
          <a:r>
            <a:rPr lang="fi-FI" sz="1600" kern="1200" smtClean="0"/>
            <a:t>3. Pipeline development</a:t>
          </a:r>
          <a:endParaRPr lang="fi-FI" sz="1600" kern="1200"/>
        </a:p>
      </dsp:txBody>
      <dsp:txXfrm>
        <a:off x="5983262" y="625380"/>
        <a:ext cx="1861062" cy="629202"/>
      </dsp:txXfrm>
    </dsp:sp>
    <dsp:sp modelId="{6D2D5376-477E-4C50-9A39-2D5013F247E3}">
      <dsp:nvSpPr>
        <dsp:cNvPr id="0" name=""/>
        <dsp:cNvSpPr/>
      </dsp:nvSpPr>
      <dsp:spPr>
        <a:xfrm>
          <a:off x="6364443" y="1254582"/>
          <a:ext cx="1861062" cy="26460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fi-FI" sz="1600" kern="1200" dirty="0" smtClean="0"/>
            <a:t>Capture opportunity count and revenue per sales stage</a:t>
          </a:r>
          <a:endParaRPr lang="fi-FI" sz="1600" kern="1200" dirty="0"/>
        </a:p>
        <a:p>
          <a:pPr marL="171450" lvl="1" indent="-171450" algn="l" defTabSz="711200">
            <a:lnSpc>
              <a:spcPct val="90000"/>
            </a:lnSpc>
            <a:spcBef>
              <a:spcPct val="0"/>
            </a:spcBef>
            <a:spcAft>
              <a:spcPct val="15000"/>
            </a:spcAft>
            <a:buChar char="••"/>
          </a:pPr>
          <a:r>
            <a:rPr lang="fi-FI" sz="1600" kern="1200" dirty="0" smtClean="0"/>
            <a:t>Schedule data snapshots of historical pipeline size</a:t>
          </a:r>
          <a:endParaRPr lang="fi-FI" sz="1600" kern="1200" dirty="0"/>
        </a:p>
      </dsp:txBody>
      <dsp:txXfrm>
        <a:off x="6418952" y="1309091"/>
        <a:ext cx="1752044" cy="2536982"/>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Ylätunnisteen paikkamerkki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i-FI" dirty="0"/>
          </a:p>
        </p:txBody>
      </p:sp>
      <p:sp>
        <p:nvSpPr>
          <p:cNvPr id="3" name="Päivämäärän paikkamerkki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32C073C-CA0F-4B51-86D5-B13E2695F0A1}" type="datetimeFigureOut">
              <a:rPr lang="fi-FI" smtClean="0"/>
              <a:pPr/>
              <a:t>10.5.2015</a:t>
            </a:fld>
            <a:endParaRPr lang="fi-FI" dirty="0"/>
          </a:p>
        </p:txBody>
      </p:sp>
      <p:sp>
        <p:nvSpPr>
          <p:cNvPr id="4" name="Dian kuvan paikkamerkki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i-FI" dirty="0"/>
          </a:p>
        </p:txBody>
      </p:sp>
      <p:sp>
        <p:nvSpPr>
          <p:cNvPr id="5" name="Huomautusten paikkamerkki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6" name="Alatunnisteen paikkamerkki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i-FI" dirty="0"/>
          </a:p>
        </p:txBody>
      </p:sp>
      <p:sp>
        <p:nvSpPr>
          <p:cNvPr id="7" name="Dian numeron paikkamerkki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A191832-BE51-4C5E-BE95-1D56B9C29E95}" type="slidenum">
              <a:rPr lang="fi-FI" smtClean="0"/>
              <a:pPr/>
              <a:t>‹#›</a:t>
            </a:fld>
            <a:endParaRPr lang="fi-FI" dirty="0"/>
          </a:p>
        </p:txBody>
      </p:sp>
    </p:spTree>
    <p:extLst>
      <p:ext uri="{BB962C8B-B14F-4D97-AF65-F5344CB8AC3E}">
        <p14:creationId xmlns:p14="http://schemas.microsoft.com/office/powerpoint/2010/main" val="3153675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Osan ylätunniste">
    <p:spTree>
      <p:nvGrpSpPr>
        <p:cNvPr id="1" name=""/>
        <p:cNvGrpSpPr/>
        <p:nvPr/>
      </p:nvGrpSpPr>
      <p:grpSpPr>
        <a:xfrm>
          <a:off x="0" y="0"/>
          <a:ext cx="0" cy="0"/>
          <a:chOff x="0" y="0"/>
          <a:chExt cx="0" cy="0"/>
        </a:xfrm>
      </p:grpSpPr>
      <p:sp>
        <p:nvSpPr>
          <p:cNvPr id="2" name="Otsikko 1"/>
          <p:cNvSpPr>
            <a:spLocks noGrp="1"/>
          </p:cNvSpPr>
          <p:nvPr>
            <p:ph type="title"/>
          </p:nvPr>
        </p:nvSpPr>
        <p:spPr>
          <a:xfrm>
            <a:off x="722313" y="1772816"/>
            <a:ext cx="7772400" cy="1362075"/>
          </a:xfrm>
        </p:spPr>
        <p:txBody>
          <a:bodyPr anchor="t"/>
          <a:lstStyle>
            <a:lvl1pPr algn="ctr">
              <a:defRPr sz="4000" b="1" cap="all"/>
            </a:lvl1pPr>
          </a:lstStyle>
          <a:p>
            <a:r>
              <a:rPr lang="en-US" smtClean="0"/>
              <a:t>Click to edit Master title style</a:t>
            </a:r>
            <a:endParaRPr lang="fi-FI" dirty="0"/>
          </a:p>
        </p:txBody>
      </p:sp>
      <p:sp>
        <p:nvSpPr>
          <p:cNvPr id="3" name="Tekstin paikkamerkki 2"/>
          <p:cNvSpPr>
            <a:spLocks noGrp="1"/>
          </p:cNvSpPr>
          <p:nvPr>
            <p:ph type="body" idx="1"/>
          </p:nvPr>
        </p:nvSpPr>
        <p:spPr>
          <a:xfrm>
            <a:off x="722313" y="3501008"/>
            <a:ext cx="7772400" cy="1500187"/>
          </a:xfrm>
        </p:spPr>
        <p:txBody>
          <a:bodyPr anchor="b"/>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Päivämäärän paikkamerkki 3"/>
          <p:cNvSpPr>
            <a:spLocks noGrp="1"/>
          </p:cNvSpPr>
          <p:nvPr>
            <p:ph type="dt" sz="half" idx="10"/>
          </p:nvPr>
        </p:nvSpPr>
        <p:spPr/>
        <p:txBody>
          <a:bodyPr/>
          <a:lstStyle/>
          <a:p>
            <a:fld id="{D7A3E524-6BC0-4787-95C5-C72B8592B78C}" type="datetimeFigureOut">
              <a:rPr lang="fi-FI" smtClean="0"/>
              <a:pPr/>
              <a:t>10.5.2015</a:t>
            </a:fld>
            <a:endParaRPr lang="fi-FI" dirty="0"/>
          </a:p>
        </p:txBody>
      </p:sp>
      <p:sp>
        <p:nvSpPr>
          <p:cNvPr id="5" name="Alatunnisteen paikkamerkki 4"/>
          <p:cNvSpPr>
            <a:spLocks noGrp="1"/>
          </p:cNvSpPr>
          <p:nvPr>
            <p:ph type="ftr" sz="quarter" idx="11"/>
          </p:nvPr>
        </p:nvSpPr>
        <p:spPr/>
        <p:txBody>
          <a:bodyPr/>
          <a:lstStyle/>
          <a:p>
            <a:endParaRPr lang="fi-FI" dirty="0"/>
          </a:p>
        </p:txBody>
      </p:sp>
      <p:sp>
        <p:nvSpPr>
          <p:cNvPr id="6" name="Dian numeron paikkamerkki 5"/>
          <p:cNvSpPr>
            <a:spLocks noGrp="1"/>
          </p:cNvSpPr>
          <p:nvPr>
            <p:ph type="sldNum" sz="quarter" idx="12"/>
          </p:nvPr>
        </p:nvSpPr>
        <p:spPr/>
        <p:txBody>
          <a:bodyPr/>
          <a:lstStyle/>
          <a:p>
            <a:fld id="{CD632F54-FEF5-4C51-AD41-BCEAD3422049}" type="slidenum">
              <a:rPr lang="fi-FI" smtClean="0"/>
              <a:pPr/>
              <a:t>‹#›</a:t>
            </a:fld>
            <a:endParaRPr lang="fi-FI"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Otsikkodia">
    <p:spTree>
      <p:nvGrpSpPr>
        <p:cNvPr id="1" name=""/>
        <p:cNvGrpSpPr/>
        <p:nvPr/>
      </p:nvGrpSpPr>
      <p:grpSpPr>
        <a:xfrm>
          <a:off x="0" y="0"/>
          <a:ext cx="0" cy="0"/>
          <a:chOff x="0" y="0"/>
          <a:chExt cx="0" cy="0"/>
        </a:xfrm>
      </p:grpSpPr>
      <p:sp>
        <p:nvSpPr>
          <p:cNvPr id="2" name="Otsikko 1"/>
          <p:cNvSpPr>
            <a:spLocks noGrp="1"/>
          </p:cNvSpPr>
          <p:nvPr>
            <p:ph type="ctrTitle"/>
          </p:nvPr>
        </p:nvSpPr>
        <p:spPr>
          <a:xfrm>
            <a:off x="685800" y="2130425"/>
            <a:ext cx="7772400" cy="1470025"/>
          </a:xfrm>
        </p:spPr>
        <p:txBody>
          <a:bodyPr/>
          <a:lstStyle/>
          <a:p>
            <a:r>
              <a:rPr lang="en-US" smtClean="0"/>
              <a:t>Click to edit Master title style</a:t>
            </a:r>
            <a:endParaRPr lang="fi-FI"/>
          </a:p>
        </p:txBody>
      </p:sp>
      <p:sp>
        <p:nvSpPr>
          <p:cNvPr id="3" name="Alaotsikko 2"/>
          <p:cNvSpPr>
            <a:spLocks noGrp="1"/>
          </p:cNvSpPr>
          <p:nvPr>
            <p:ph type="subTitle" idx="1"/>
          </p:nvPr>
        </p:nvSpPr>
        <p:spPr>
          <a:xfrm>
            <a:off x="1371600" y="3645024"/>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fi-FI"/>
          </a:p>
        </p:txBody>
      </p:sp>
      <p:sp>
        <p:nvSpPr>
          <p:cNvPr id="4" name="Päivämäärän paikkamerkki 3"/>
          <p:cNvSpPr>
            <a:spLocks noGrp="1"/>
          </p:cNvSpPr>
          <p:nvPr>
            <p:ph type="dt" sz="half" idx="10"/>
          </p:nvPr>
        </p:nvSpPr>
        <p:spPr/>
        <p:txBody>
          <a:bodyPr/>
          <a:lstStyle/>
          <a:p>
            <a:fld id="{D7A3E524-6BC0-4787-95C5-C72B8592B78C}" type="datetimeFigureOut">
              <a:rPr lang="fi-FI" smtClean="0"/>
              <a:pPr/>
              <a:t>10.5.2015</a:t>
            </a:fld>
            <a:endParaRPr lang="fi-FI" dirty="0"/>
          </a:p>
        </p:txBody>
      </p:sp>
      <p:sp>
        <p:nvSpPr>
          <p:cNvPr id="5" name="Alatunnisteen paikkamerkki 4"/>
          <p:cNvSpPr>
            <a:spLocks noGrp="1"/>
          </p:cNvSpPr>
          <p:nvPr>
            <p:ph type="ftr" sz="quarter" idx="11"/>
          </p:nvPr>
        </p:nvSpPr>
        <p:spPr/>
        <p:txBody>
          <a:bodyPr/>
          <a:lstStyle/>
          <a:p>
            <a:endParaRPr lang="fi-FI" dirty="0"/>
          </a:p>
        </p:txBody>
      </p:sp>
      <p:sp>
        <p:nvSpPr>
          <p:cNvPr id="6" name="Dian numeron paikkamerkki 5"/>
          <p:cNvSpPr>
            <a:spLocks noGrp="1"/>
          </p:cNvSpPr>
          <p:nvPr>
            <p:ph type="sldNum" sz="quarter" idx="12"/>
          </p:nvPr>
        </p:nvSpPr>
        <p:spPr/>
        <p:txBody>
          <a:bodyPr/>
          <a:lstStyle/>
          <a:p>
            <a:fld id="{CD632F54-FEF5-4C51-AD41-BCEAD3422049}" type="slidenum">
              <a:rPr lang="fi-FI" smtClean="0"/>
              <a:pPr/>
              <a:t>‹#›</a:t>
            </a:fld>
            <a:endParaRPr lang="fi-FI"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Kaksi sisältökohdetta">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en-US" smtClean="0"/>
              <a:t>Click to edit Master title style</a:t>
            </a:r>
            <a:endParaRPr lang="fi-FI"/>
          </a:p>
        </p:txBody>
      </p:sp>
      <p:sp>
        <p:nvSpPr>
          <p:cNvPr id="3" name="Sisällön paikkamerkki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4" name="Sisällön paikkamerkki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5" name="Päivämäärän paikkamerkki 4"/>
          <p:cNvSpPr>
            <a:spLocks noGrp="1"/>
          </p:cNvSpPr>
          <p:nvPr>
            <p:ph type="dt" sz="half" idx="10"/>
          </p:nvPr>
        </p:nvSpPr>
        <p:spPr/>
        <p:txBody>
          <a:bodyPr/>
          <a:lstStyle/>
          <a:p>
            <a:fld id="{D7A3E524-6BC0-4787-95C5-C72B8592B78C}" type="datetimeFigureOut">
              <a:rPr lang="fi-FI" smtClean="0"/>
              <a:pPr/>
              <a:t>10.5.2015</a:t>
            </a:fld>
            <a:endParaRPr lang="fi-FI" dirty="0"/>
          </a:p>
        </p:txBody>
      </p:sp>
      <p:sp>
        <p:nvSpPr>
          <p:cNvPr id="6" name="Alatunnisteen paikkamerkki 5"/>
          <p:cNvSpPr>
            <a:spLocks noGrp="1"/>
          </p:cNvSpPr>
          <p:nvPr>
            <p:ph type="ftr" sz="quarter" idx="11"/>
          </p:nvPr>
        </p:nvSpPr>
        <p:spPr/>
        <p:txBody>
          <a:bodyPr/>
          <a:lstStyle/>
          <a:p>
            <a:endParaRPr lang="fi-FI" dirty="0"/>
          </a:p>
        </p:txBody>
      </p:sp>
      <p:sp>
        <p:nvSpPr>
          <p:cNvPr id="7" name="Dian numeron paikkamerkki 6"/>
          <p:cNvSpPr>
            <a:spLocks noGrp="1"/>
          </p:cNvSpPr>
          <p:nvPr>
            <p:ph type="sldNum" sz="quarter" idx="12"/>
          </p:nvPr>
        </p:nvSpPr>
        <p:spPr/>
        <p:txBody>
          <a:bodyPr/>
          <a:lstStyle/>
          <a:p>
            <a:fld id="{CD632F54-FEF5-4C51-AD41-BCEAD3422049}" type="slidenum">
              <a:rPr lang="fi-FI" smtClean="0"/>
              <a:pPr/>
              <a:t>‹#›</a:t>
            </a:fld>
            <a:endParaRPr lang="fi-FI"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Vertailu">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lvl1pPr>
              <a:defRPr/>
            </a:lvl1pPr>
          </a:lstStyle>
          <a:p>
            <a:r>
              <a:rPr lang="en-US" smtClean="0"/>
              <a:t>Click to edit Master title style</a:t>
            </a:r>
            <a:endParaRPr lang="fi-FI"/>
          </a:p>
        </p:txBody>
      </p:sp>
      <p:sp>
        <p:nvSpPr>
          <p:cNvPr id="3" name="Tekstin paikkamerkki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Sisällön paikkamerkki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5" name="Tekstin paikkamerkki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Sisällön paikkamerkki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7" name="Päivämäärän paikkamerkki 6"/>
          <p:cNvSpPr>
            <a:spLocks noGrp="1"/>
          </p:cNvSpPr>
          <p:nvPr>
            <p:ph type="dt" sz="half" idx="10"/>
          </p:nvPr>
        </p:nvSpPr>
        <p:spPr/>
        <p:txBody>
          <a:bodyPr/>
          <a:lstStyle/>
          <a:p>
            <a:fld id="{D7A3E524-6BC0-4787-95C5-C72B8592B78C}" type="datetimeFigureOut">
              <a:rPr lang="fi-FI" smtClean="0"/>
              <a:pPr/>
              <a:t>10.5.2015</a:t>
            </a:fld>
            <a:endParaRPr lang="fi-FI" dirty="0"/>
          </a:p>
        </p:txBody>
      </p:sp>
      <p:sp>
        <p:nvSpPr>
          <p:cNvPr id="8" name="Alatunnisteen paikkamerkki 7"/>
          <p:cNvSpPr>
            <a:spLocks noGrp="1"/>
          </p:cNvSpPr>
          <p:nvPr>
            <p:ph type="ftr" sz="quarter" idx="11"/>
          </p:nvPr>
        </p:nvSpPr>
        <p:spPr/>
        <p:txBody>
          <a:bodyPr/>
          <a:lstStyle/>
          <a:p>
            <a:endParaRPr lang="fi-FI" dirty="0"/>
          </a:p>
        </p:txBody>
      </p:sp>
      <p:sp>
        <p:nvSpPr>
          <p:cNvPr id="9" name="Dian numeron paikkamerkki 8"/>
          <p:cNvSpPr>
            <a:spLocks noGrp="1"/>
          </p:cNvSpPr>
          <p:nvPr>
            <p:ph type="sldNum" sz="quarter" idx="12"/>
          </p:nvPr>
        </p:nvSpPr>
        <p:spPr/>
        <p:txBody>
          <a:bodyPr/>
          <a:lstStyle/>
          <a:p>
            <a:fld id="{CD632F54-FEF5-4C51-AD41-BCEAD3422049}" type="slidenum">
              <a:rPr lang="fi-FI" smtClean="0"/>
              <a:pPr/>
              <a:t>‹#›</a:t>
            </a:fld>
            <a:endParaRPr lang="fi-FI"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Vain otsikko">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en-US" smtClean="0"/>
              <a:t>Click to edit Master title style</a:t>
            </a:r>
            <a:endParaRPr lang="fi-FI"/>
          </a:p>
        </p:txBody>
      </p:sp>
      <p:sp>
        <p:nvSpPr>
          <p:cNvPr id="3" name="Päivämäärän paikkamerkki 2"/>
          <p:cNvSpPr>
            <a:spLocks noGrp="1"/>
          </p:cNvSpPr>
          <p:nvPr>
            <p:ph type="dt" sz="half" idx="10"/>
          </p:nvPr>
        </p:nvSpPr>
        <p:spPr/>
        <p:txBody>
          <a:bodyPr/>
          <a:lstStyle/>
          <a:p>
            <a:fld id="{D7A3E524-6BC0-4787-95C5-C72B8592B78C}" type="datetimeFigureOut">
              <a:rPr lang="fi-FI" smtClean="0"/>
              <a:pPr/>
              <a:t>10.5.2015</a:t>
            </a:fld>
            <a:endParaRPr lang="fi-FI" dirty="0"/>
          </a:p>
        </p:txBody>
      </p:sp>
      <p:sp>
        <p:nvSpPr>
          <p:cNvPr id="4" name="Alatunnisteen paikkamerkki 3"/>
          <p:cNvSpPr>
            <a:spLocks noGrp="1"/>
          </p:cNvSpPr>
          <p:nvPr>
            <p:ph type="ftr" sz="quarter" idx="11"/>
          </p:nvPr>
        </p:nvSpPr>
        <p:spPr/>
        <p:txBody>
          <a:bodyPr/>
          <a:lstStyle/>
          <a:p>
            <a:endParaRPr lang="fi-FI" dirty="0"/>
          </a:p>
        </p:txBody>
      </p:sp>
      <p:sp>
        <p:nvSpPr>
          <p:cNvPr id="5" name="Dian numeron paikkamerkki 4"/>
          <p:cNvSpPr>
            <a:spLocks noGrp="1"/>
          </p:cNvSpPr>
          <p:nvPr>
            <p:ph type="sldNum" sz="quarter" idx="12"/>
          </p:nvPr>
        </p:nvSpPr>
        <p:spPr/>
        <p:txBody>
          <a:bodyPr/>
          <a:lstStyle/>
          <a:p>
            <a:fld id="{CD632F54-FEF5-4C51-AD41-BCEAD3422049}" type="slidenum">
              <a:rPr lang="fi-FI" smtClean="0"/>
              <a:pPr/>
              <a:t>‹#›</a:t>
            </a:fld>
            <a:endParaRPr lang="fi-FI"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yhjä">
    <p:spTree>
      <p:nvGrpSpPr>
        <p:cNvPr id="1" name=""/>
        <p:cNvGrpSpPr/>
        <p:nvPr/>
      </p:nvGrpSpPr>
      <p:grpSpPr>
        <a:xfrm>
          <a:off x="0" y="0"/>
          <a:ext cx="0" cy="0"/>
          <a:chOff x="0" y="0"/>
          <a:chExt cx="0" cy="0"/>
        </a:xfrm>
      </p:grpSpPr>
      <p:sp>
        <p:nvSpPr>
          <p:cNvPr id="2" name="Päivämäärän paikkamerkki 1"/>
          <p:cNvSpPr>
            <a:spLocks noGrp="1"/>
          </p:cNvSpPr>
          <p:nvPr>
            <p:ph type="dt" sz="half" idx="10"/>
          </p:nvPr>
        </p:nvSpPr>
        <p:spPr/>
        <p:txBody>
          <a:bodyPr/>
          <a:lstStyle/>
          <a:p>
            <a:fld id="{D7A3E524-6BC0-4787-95C5-C72B8592B78C}" type="datetimeFigureOut">
              <a:rPr lang="fi-FI" smtClean="0"/>
              <a:pPr/>
              <a:t>10.5.2015</a:t>
            </a:fld>
            <a:endParaRPr lang="fi-FI" dirty="0"/>
          </a:p>
        </p:txBody>
      </p:sp>
      <p:sp>
        <p:nvSpPr>
          <p:cNvPr id="3" name="Alatunnisteen paikkamerkki 2"/>
          <p:cNvSpPr>
            <a:spLocks noGrp="1"/>
          </p:cNvSpPr>
          <p:nvPr>
            <p:ph type="ftr" sz="quarter" idx="11"/>
          </p:nvPr>
        </p:nvSpPr>
        <p:spPr/>
        <p:txBody>
          <a:bodyPr/>
          <a:lstStyle/>
          <a:p>
            <a:endParaRPr lang="fi-FI" dirty="0"/>
          </a:p>
        </p:txBody>
      </p:sp>
      <p:sp>
        <p:nvSpPr>
          <p:cNvPr id="4" name="Dian numeron paikkamerkki 3"/>
          <p:cNvSpPr>
            <a:spLocks noGrp="1"/>
          </p:cNvSpPr>
          <p:nvPr>
            <p:ph type="sldNum" sz="quarter" idx="12"/>
          </p:nvPr>
        </p:nvSpPr>
        <p:spPr/>
        <p:txBody>
          <a:bodyPr/>
          <a:lstStyle/>
          <a:p>
            <a:fld id="{CD632F54-FEF5-4C51-AD41-BCEAD3422049}" type="slidenum">
              <a:rPr lang="fi-FI" smtClean="0"/>
              <a:pPr/>
              <a:t>‹#›</a:t>
            </a:fld>
            <a:endParaRPr lang="fi-FI"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Otsikollinen sisältö">
    <p:spTree>
      <p:nvGrpSpPr>
        <p:cNvPr id="1" name=""/>
        <p:cNvGrpSpPr/>
        <p:nvPr/>
      </p:nvGrpSpPr>
      <p:grpSpPr>
        <a:xfrm>
          <a:off x="0" y="0"/>
          <a:ext cx="0" cy="0"/>
          <a:chOff x="0" y="0"/>
          <a:chExt cx="0" cy="0"/>
        </a:xfrm>
      </p:grpSpPr>
      <p:sp>
        <p:nvSpPr>
          <p:cNvPr id="2" name="Otsikko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fi-FI"/>
          </a:p>
        </p:txBody>
      </p:sp>
      <p:sp>
        <p:nvSpPr>
          <p:cNvPr id="3" name="Sisällön paikkamerkki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4" name="Tekstin paikkamerkki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Päivämäärän paikkamerkki 4"/>
          <p:cNvSpPr>
            <a:spLocks noGrp="1"/>
          </p:cNvSpPr>
          <p:nvPr>
            <p:ph type="dt" sz="half" idx="10"/>
          </p:nvPr>
        </p:nvSpPr>
        <p:spPr/>
        <p:txBody>
          <a:bodyPr/>
          <a:lstStyle/>
          <a:p>
            <a:fld id="{D7A3E524-6BC0-4787-95C5-C72B8592B78C}" type="datetimeFigureOut">
              <a:rPr lang="fi-FI" smtClean="0"/>
              <a:pPr/>
              <a:t>10.5.2015</a:t>
            </a:fld>
            <a:endParaRPr lang="fi-FI" dirty="0"/>
          </a:p>
        </p:txBody>
      </p:sp>
      <p:sp>
        <p:nvSpPr>
          <p:cNvPr id="6" name="Alatunnisteen paikkamerkki 5"/>
          <p:cNvSpPr>
            <a:spLocks noGrp="1"/>
          </p:cNvSpPr>
          <p:nvPr>
            <p:ph type="ftr" sz="quarter" idx="11"/>
          </p:nvPr>
        </p:nvSpPr>
        <p:spPr/>
        <p:txBody>
          <a:bodyPr/>
          <a:lstStyle/>
          <a:p>
            <a:endParaRPr lang="fi-FI" dirty="0"/>
          </a:p>
        </p:txBody>
      </p:sp>
      <p:sp>
        <p:nvSpPr>
          <p:cNvPr id="7" name="Dian numeron paikkamerkki 6"/>
          <p:cNvSpPr>
            <a:spLocks noGrp="1"/>
          </p:cNvSpPr>
          <p:nvPr>
            <p:ph type="sldNum" sz="quarter" idx="12"/>
          </p:nvPr>
        </p:nvSpPr>
        <p:spPr/>
        <p:txBody>
          <a:bodyPr/>
          <a:lstStyle/>
          <a:p>
            <a:fld id="{CD632F54-FEF5-4C51-AD41-BCEAD3422049}" type="slidenum">
              <a:rPr lang="fi-FI" smtClean="0"/>
              <a:pPr/>
              <a:t>‹#›</a:t>
            </a:fld>
            <a:endParaRPr lang="fi-FI"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Otsikollinen kuva">
    <p:spTree>
      <p:nvGrpSpPr>
        <p:cNvPr id="1" name=""/>
        <p:cNvGrpSpPr/>
        <p:nvPr/>
      </p:nvGrpSpPr>
      <p:grpSpPr>
        <a:xfrm>
          <a:off x="0" y="0"/>
          <a:ext cx="0" cy="0"/>
          <a:chOff x="0" y="0"/>
          <a:chExt cx="0" cy="0"/>
        </a:xfrm>
      </p:grpSpPr>
      <p:sp>
        <p:nvSpPr>
          <p:cNvPr id="2" name="Otsikko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fi-FI"/>
          </a:p>
        </p:txBody>
      </p:sp>
      <p:sp>
        <p:nvSpPr>
          <p:cNvPr id="3" name="Kuvan paikkamerkki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fi-FI" dirty="0"/>
          </a:p>
        </p:txBody>
      </p:sp>
      <p:sp>
        <p:nvSpPr>
          <p:cNvPr id="4" name="Tekstin paikkamerkki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Päivämäärän paikkamerkki 4"/>
          <p:cNvSpPr>
            <a:spLocks noGrp="1"/>
          </p:cNvSpPr>
          <p:nvPr>
            <p:ph type="dt" sz="half" idx="10"/>
          </p:nvPr>
        </p:nvSpPr>
        <p:spPr/>
        <p:txBody>
          <a:bodyPr/>
          <a:lstStyle/>
          <a:p>
            <a:fld id="{D7A3E524-6BC0-4787-95C5-C72B8592B78C}" type="datetimeFigureOut">
              <a:rPr lang="fi-FI" smtClean="0"/>
              <a:pPr/>
              <a:t>10.5.2015</a:t>
            </a:fld>
            <a:endParaRPr lang="fi-FI" dirty="0"/>
          </a:p>
        </p:txBody>
      </p:sp>
      <p:sp>
        <p:nvSpPr>
          <p:cNvPr id="6" name="Alatunnisteen paikkamerkki 5"/>
          <p:cNvSpPr>
            <a:spLocks noGrp="1"/>
          </p:cNvSpPr>
          <p:nvPr>
            <p:ph type="ftr" sz="quarter" idx="11"/>
          </p:nvPr>
        </p:nvSpPr>
        <p:spPr/>
        <p:txBody>
          <a:bodyPr/>
          <a:lstStyle/>
          <a:p>
            <a:endParaRPr lang="fi-FI" dirty="0"/>
          </a:p>
        </p:txBody>
      </p:sp>
      <p:sp>
        <p:nvSpPr>
          <p:cNvPr id="7" name="Dian numeron paikkamerkki 6"/>
          <p:cNvSpPr>
            <a:spLocks noGrp="1"/>
          </p:cNvSpPr>
          <p:nvPr>
            <p:ph type="sldNum" sz="quarter" idx="12"/>
          </p:nvPr>
        </p:nvSpPr>
        <p:spPr/>
        <p:txBody>
          <a:bodyPr/>
          <a:lstStyle/>
          <a:p>
            <a:fld id="{CD632F54-FEF5-4C51-AD41-BCEAD3422049}" type="slidenum">
              <a:rPr lang="fi-FI" smtClean="0"/>
              <a:pPr/>
              <a:t>‹#›</a:t>
            </a:fld>
            <a:endParaRPr lang="fi-FI"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Otsikko ja pystysuora teksti">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en-US" smtClean="0"/>
              <a:t>Click to edit Master title style</a:t>
            </a:r>
            <a:endParaRPr lang="fi-FI"/>
          </a:p>
        </p:txBody>
      </p:sp>
      <p:sp>
        <p:nvSpPr>
          <p:cNvPr id="3" name="Pystysuoran tekstin paikkamerkki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4" name="Päivämäärän paikkamerkki 3"/>
          <p:cNvSpPr>
            <a:spLocks noGrp="1"/>
          </p:cNvSpPr>
          <p:nvPr>
            <p:ph type="dt" sz="half" idx="10"/>
          </p:nvPr>
        </p:nvSpPr>
        <p:spPr/>
        <p:txBody>
          <a:bodyPr/>
          <a:lstStyle/>
          <a:p>
            <a:fld id="{D7A3E524-6BC0-4787-95C5-C72B8592B78C}" type="datetimeFigureOut">
              <a:rPr lang="fi-FI" smtClean="0"/>
              <a:pPr/>
              <a:t>10.5.2015</a:t>
            </a:fld>
            <a:endParaRPr lang="fi-FI" dirty="0"/>
          </a:p>
        </p:txBody>
      </p:sp>
      <p:sp>
        <p:nvSpPr>
          <p:cNvPr id="5" name="Alatunnisteen paikkamerkki 4"/>
          <p:cNvSpPr>
            <a:spLocks noGrp="1"/>
          </p:cNvSpPr>
          <p:nvPr>
            <p:ph type="ftr" sz="quarter" idx="11"/>
          </p:nvPr>
        </p:nvSpPr>
        <p:spPr/>
        <p:txBody>
          <a:bodyPr/>
          <a:lstStyle/>
          <a:p>
            <a:endParaRPr lang="fi-FI" dirty="0"/>
          </a:p>
        </p:txBody>
      </p:sp>
      <p:sp>
        <p:nvSpPr>
          <p:cNvPr id="6" name="Dian numeron paikkamerkki 5"/>
          <p:cNvSpPr>
            <a:spLocks noGrp="1"/>
          </p:cNvSpPr>
          <p:nvPr>
            <p:ph type="sldNum" sz="quarter" idx="12"/>
          </p:nvPr>
        </p:nvSpPr>
        <p:spPr/>
        <p:txBody>
          <a:bodyPr/>
          <a:lstStyle/>
          <a:p>
            <a:fld id="{CD632F54-FEF5-4C51-AD41-BCEAD3422049}" type="slidenum">
              <a:rPr lang="fi-FI" smtClean="0"/>
              <a:pPr/>
              <a:t>‹#›</a:t>
            </a:fld>
            <a:endParaRPr lang="fi-FI"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Pystysuora otsikko ja teksti">
    <p:spTree>
      <p:nvGrpSpPr>
        <p:cNvPr id="1" name=""/>
        <p:cNvGrpSpPr/>
        <p:nvPr/>
      </p:nvGrpSpPr>
      <p:grpSpPr>
        <a:xfrm>
          <a:off x="0" y="0"/>
          <a:ext cx="0" cy="0"/>
          <a:chOff x="0" y="0"/>
          <a:chExt cx="0" cy="0"/>
        </a:xfrm>
      </p:grpSpPr>
      <p:sp>
        <p:nvSpPr>
          <p:cNvPr id="2" name="Pystysuora otsikko 1"/>
          <p:cNvSpPr>
            <a:spLocks noGrp="1"/>
          </p:cNvSpPr>
          <p:nvPr>
            <p:ph type="title" orient="vert"/>
          </p:nvPr>
        </p:nvSpPr>
        <p:spPr>
          <a:xfrm>
            <a:off x="6629400" y="274638"/>
            <a:ext cx="2057400" cy="5851525"/>
          </a:xfrm>
        </p:spPr>
        <p:txBody>
          <a:bodyPr vert="eaVert"/>
          <a:lstStyle/>
          <a:p>
            <a:r>
              <a:rPr lang="en-US" smtClean="0"/>
              <a:t>Click to edit Master title style</a:t>
            </a:r>
            <a:endParaRPr lang="fi-FI"/>
          </a:p>
        </p:txBody>
      </p:sp>
      <p:sp>
        <p:nvSpPr>
          <p:cNvPr id="3" name="Pystysuoran tekstin paikkamerkki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4" name="Päivämäärän paikkamerkki 3"/>
          <p:cNvSpPr>
            <a:spLocks noGrp="1"/>
          </p:cNvSpPr>
          <p:nvPr>
            <p:ph type="dt" sz="half" idx="10"/>
          </p:nvPr>
        </p:nvSpPr>
        <p:spPr/>
        <p:txBody>
          <a:bodyPr/>
          <a:lstStyle/>
          <a:p>
            <a:fld id="{D7A3E524-6BC0-4787-95C5-C72B8592B78C}" type="datetimeFigureOut">
              <a:rPr lang="fi-FI" smtClean="0"/>
              <a:pPr/>
              <a:t>10.5.2015</a:t>
            </a:fld>
            <a:endParaRPr lang="fi-FI" dirty="0"/>
          </a:p>
        </p:txBody>
      </p:sp>
      <p:sp>
        <p:nvSpPr>
          <p:cNvPr id="5" name="Alatunnisteen paikkamerkki 4"/>
          <p:cNvSpPr>
            <a:spLocks noGrp="1"/>
          </p:cNvSpPr>
          <p:nvPr>
            <p:ph type="ftr" sz="quarter" idx="11"/>
          </p:nvPr>
        </p:nvSpPr>
        <p:spPr/>
        <p:txBody>
          <a:bodyPr/>
          <a:lstStyle/>
          <a:p>
            <a:endParaRPr lang="fi-FI" dirty="0"/>
          </a:p>
        </p:txBody>
      </p:sp>
      <p:sp>
        <p:nvSpPr>
          <p:cNvPr id="6" name="Dian numeron paikkamerkki 5"/>
          <p:cNvSpPr>
            <a:spLocks noGrp="1"/>
          </p:cNvSpPr>
          <p:nvPr>
            <p:ph type="sldNum" sz="quarter" idx="12"/>
          </p:nvPr>
        </p:nvSpPr>
        <p:spPr/>
        <p:txBody>
          <a:bodyPr/>
          <a:lstStyle/>
          <a:p>
            <a:fld id="{CD632F54-FEF5-4C51-AD41-BCEAD3422049}" type="slidenum">
              <a:rPr lang="fi-FI" smtClean="0"/>
              <a:pPr/>
              <a:t>‹#›</a:t>
            </a:fld>
            <a:endParaRPr lang="fi-FI"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Otsikkodia">
    <p:spTree>
      <p:nvGrpSpPr>
        <p:cNvPr id="1" name=""/>
        <p:cNvGrpSpPr/>
        <p:nvPr/>
      </p:nvGrpSpPr>
      <p:grpSpPr>
        <a:xfrm>
          <a:off x="0" y="0"/>
          <a:ext cx="0" cy="0"/>
          <a:chOff x="0" y="0"/>
          <a:chExt cx="0" cy="0"/>
        </a:xfrm>
      </p:grpSpPr>
      <p:sp>
        <p:nvSpPr>
          <p:cNvPr id="2" name="Otsikko 1"/>
          <p:cNvSpPr>
            <a:spLocks noGrp="1"/>
          </p:cNvSpPr>
          <p:nvPr>
            <p:ph type="ctrTitle"/>
          </p:nvPr>
        </p:nvSpPr>
        <p:spPr>
          <a:xfrm>
            <a:off x="685800" y="2130425"/>
            <a:ext cx="7772400" cy="1470025"/>
          </a:xfrm>
        </p:spPr>
        <p:txBody>
          <a:bodyPr/>
          <a:lstStyle/>
          <a:p>
            <a:r>
              <a:rPr lang="fi-FI" smtClean="0"/>
              <a:t>Muokkaa perustyyl. napsautt.</a:t>
            </a:r>
            <a:endParaRPr lang="fi-FI"/>
          </a:p>
        </p:txBody>
      </p:sp>
      <p:sp>
        <p:nvSpPr>
          <p:cNvPr id="3" name="Alaotsikk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smtClean="0"/>
              <a:t>Muokkaa alaotsikon perustyyliä napsautt.</a:t>
            </a:r>
            <a:endParaRPr lang="fi-FI"/>
          </a:p>
        </p:txBody>
      </p:sp>
      <p:sp>
        <p:nvSpPr>
          <p:cNvPr id="4" name="Päivämäärän paikkamerkki 3"/>
          <p:cNvSpPr>
            <a:spLocks noGrp="1"/>
          </p:cNvSpPr>
          <p:nvPr>
            <p:ph type="dt" sz="half" idx="10"/>
          </p:nvPr>
        </p:nvSpPr>
        <p:spPr/>
        <p:txBody>
          <a:bodyPr/>
          <a:lstStyle/>
          <a:p>
            <a:fld id="{8F8EE37C-AC12-4BDA-B7AE-D0C3DB4B341E}" type="datetimeFigureOut">
              <a:rPr lang="fi-FI" smtClean="0"/>
              <a:pPr/>
              <a:t>10.5.2015</a:t>
            </a:fld>
            <a:endParaRPr lang="fi-FI" dirty="0"/>
          </a:p>
        </p:txBody>
      </p:sp>
      <p:sp>
        <p:nvSpPr>
          <p:cNvPr id="5" name="Alatunnisteen paikkamerkki 4"/>
          <p:cNvSpPr>
            <a:spLocks noGrp="1"/>
          </p:cNvSpPr>
          <p:nvPr>
            <p:ph type="ftr" sz="quarter" idx="11"/>
          </p:nvPr>
        </p:nvSpPr>
        <p:spPr/>
        <p:txBody>
          <a:bodyPr/>
          <a:lstStyle/>
          <a:p>
            <a:endParaRPr lang="fi-FI" dirty="0"/>
          </a:p>
        </p:txBody>
      </p:sp>
      <p:sp>
        <p:nvSpPr>
          <p:cNvPr id="6" name="Dian numeron paikkamerkki 5"/>
          <p:cNvSpPr>
            <a:spLocks noGrp="1"/>
          </p:cNvSpPr>
          <p:nvPr>
            <p:ph type="sldNum" sz="quarter" idx="12"/>
          </p:nvPr>
        </p:nvSpPr>
        <p:spPr/>
        <p:txBody>
          <a:bodyPr/>
          <a:lstStyle/>
          <a:p>
            <a:fld id="{37B6CCA3-C34D-4E21-BA24-327A65CEE13D}" type="slidenum">
              <a:rPr lang="fi-FI" smtClean="0"/>
              <a:pPr/>
              <a:t>‹#›</a:t>
            </a:fld>
            <a:endParaRPr lang="fi-FI"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Otsikko ja sisältö">
    <p:spTree>
      <p:nvGrpSpPr>
        <p:cNvPr id="1" name=""/>
        <p:cNvGrpSpPr/>
        <p:nvPr/>
      </p:nvGrpSpPr>
      <p:grpSpPr>
        <a:xfrm>
          <a:off x="0" y="0"/>
          <a:ext cx="0" cy="0"/>
          <a:chOff x="0" y="0"/>
          <a:chExt cx="0" cy="0"/>
        </a:xfrm>
      </p:grpSpPr>
      <p:sp>
        <p:nvSpPr>
          <p:cNvPr id="2" name="Otsikko 1"/>
          <p:cNvSpPr>
            <a:spLocks noGrp="1"/>
          </p:cNvSpPr>
          <p:nvPr>
            <p:ph type="title"/>
          </p:nvPr>
        </p:nvSpPr>
        <p:spPr>
          <a:xfrm>
            <a:off x="457200" y="274638"/>
            <a:ext cx="6563072" cy="1143000"/>
          </a:xfrm>
        </p:spPr>
        <p:txBody>
          <a:bodyPr/>
          <a:lstStyle>
            <a:lvl1pPr algn="l">
              <a:defRPr b="1">
                <a:solidFill>
                  <a:schemeClr val="bg1"/>
                </a:solidFill>
              </a:defRPr>
            </a:lvl1pPr>
          </a:lstStyle>
          <a:p>
            <a:r>
              <a:rPr lang="fi-FI" dirty="0" smtClean="0"/>
              <a:t>Muokkaa </a:t>
            </a:r>
            <a:r>
              <a:rPr lang="fi-FI" dirty="0" err="1" smtClean="0"/>
              <a:t>perustyyl</a:t>
            </a:r>
            <a:r>
              <a:rPr lang="fi-FI" dirty="0" smtClean="0"/>
              <a:t>. </a:t>
            </a:r>
            <a:r>
              <a:rPr lang="fi-FI" dirty="0" err="1" smtClean="0"/>
              <a:t>napsautt</a:t>
            </a:r>
            <a:r>
              <a:rPr lang="fi-FI" dirty="0" smtClean="0"/>
              <a:t>.</a:t>
            </a:r>
            <a:endParaRPr lang="fi-FI" dirty="0"/>
          </a:p>
        </p:txBody>
      </p:sp>
      <p:sp>
        <p:nvSpPr>
          <p:cNvPr id="3" name="Sisällön paikkamerkki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i-FI" dirty="0" smtClean="0"/>
              <a:t>Muokkaa tekstin perustyylejä napsauttamalla</a:t>
            </a:r>
          </a:p>
          <a:p>
            <a:pPr lvl="1"/>
            <a:r>
              <a:rPr lang="fi-FI" dirty="0" smtClean="0"/>
              <a:t>toinen taso</a:t>
            </a:r>
          </a:p>
          <a:p>
            <a:pPr lvl="2"/>
            <a:r>
              <a:rPr lang="fi-FI" dirty="0" smtClean="0"/>
              <a:t>kolmas taso</a:t>
            </a:r>
          </a:p>
          <a:p>
            <a:pPr lvl="3"/>
            <a:r>
              <a:rPr lang="fi-FI" dirty="0" smtClean="0"/>
              <a:t>neljäs taso</a:t>
            </a:r>
          </a:p>
          <a:p>
            <a:pPr lvl="4"/>
            <a:r>
              <a:rPr lang="fi-FI" dirty="0" smtClean="0"/>
              <a:t>viides taso</a:t>
            </a:r>
            <a:endParaRPr lang="fi-FI" dirty="0"/>
          </a:p>
        </p:txBody>
      </p:sp>
      <p:sp>
        <p:nvSpPr>
          <p:cNvPr id="4" name="Päivämäärän paikkamerkki 3"/>
          <p:cNvSpPr>
            <a:spLocks noGrp="1"/>
          </p:cNvSpPr>
          <p:nvPr>
            <p:ph type="dt" sz="half" idx="10"/>
          </p:nvPr>
        </p:nvSpPr>
        <p:spPr/>
        <p:txBody>
          <a:bodyPr/>
          <a:lstStyle/>
          <a:p>
            <a:fld id="{8F8EE37C-AC12-4BDA-B7AE-D0C3DB4B341E}" type="datetimeFigureOut">
              <a:rPr lang="fi-FI" smtClean="0"/>
              <a:pPr/>
              <a:t>10.5.2015</a:t>
            </a:fld>
            <a:endParaRPr lang="fi-FI" dirty="0"/>
          </a:p>
        </p:txBody>
      </p:sp>
      <p:sp>
        <p:nvSpPr>
          <p:cNvPr id="5" name="Alatunnisteen paikkamerkki 4"/>
          <p:cNvSpPr>
            <a:spLocks noGrp="1"/>
          </p:cNvSpPr>
          <p:nvPr>
            <p:ph type="ftr" sz="quarter" idx="11"/>
          </p:nvPr>
        </p:nvSpPr>
        <p:spPr/>
        <p:txBody>
          <a:bodyPr/>
          <a:lstStyle/>
          <a:p>
            <a:endParaRPr lang="fi-FI" dirty="0"/>
          </a:p>
        </p:txBody>
      </p:sp>
      <p:sp>
        <p:nvSpPr>
          <p:cNvPr id="6" name="Dian numeron paikkamerkki 5"/>
          <p:cNvSpPr>
            <a:spLocks noGrp="1"/>
          </p:cNvSpPr>
          <p:nvPr>
            <p:ph type="sldNum" sz="quarter" idx="12"/>
          </p:nvPr>
        </p:nvSpPr>
        <p:spPr/>
        <p:txBody>
          <a:bodyPr/>
          <a:lstStyle/>
          <a:p>
            <a:fld id="{37B6CCA3-C34D-4E21-BA24-327A65CEE13D}" type="slidenum">
              <a:rPr lang="fi-FI" smtClean="0"/>
              <a:pPr/>
              <a:t>‹#›</a:t>
            </a:fld>
            <a:endParaRPr lang="fi-FI"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Osan ylätunniste">
    <p:spTree>
      <p:nvGrpSpPr>
        <p:cNvPr id="1" name=""/>
        <p:cNvGrpSpPr/>
        <p:nvPr/>
      </p:nvGrpSpPr>
      <p:grpSpPr>
        <a:xfrm>
          <a:off x="0" y="0"/>
          <a:ext cx="0" cy="0"/>
          <a:chOff x="0" y="0"/>
          <a:chExt cx="0" cy="0"/>
        </a:xfrm>
      </p:grpSpPr>
      <p:sp>
        <p:nvSpPr>
          <p:cNvPr id="2" name="Otsikko 1"/>
          <p:cNvSpPr>
            <a:spLocks noGrp="1"/>
          </p:cNvSpPr>
          <p:nvPr>
            <p:ph type="title"/>
          </p:nvPr>
        </p:nvSpPr>
        <p:spPr>
          <a:xfrm>
            <a:off x="722313" y="4406900"/>
            <a:ext cx="7772400" cy="1362075"/>
          </a:xfrm>
        </p:spPr>
        <p:txBody>
          <a:bodyPr anchor="t"/>
          <a:lstStyle>
            <a:lvl1pPr algn="l">
              <a:defRPr sz="4000" b="1" cap="all"/>
            </a:lvl1pPr>
          </a:lstStyle>
          <a:p>
            <a:r>
              <a:rPr lang="fi-FI" smtClean="0"/>
              <a:t>Muokkaa perustyyl. napsautt.</a:t>
            </a:r>
            <a:endParaRPr lang="fi-FI"/>
          </a:p>
        </p:txBody>
      </p:sp>
      <p:sp>
        <p:nvSpPr>
          <p:cNvPr id="3" name="Tekstin paikkamerkki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smtClean="0"/>
              <a:t>Muokkaa tekstin perustyylejä napsauttamalla</a:t>
            </a:r>
          </a:p>
        </p:txBody>
      </p:sp>
      <p:sp>
        <p:nvSpPr>
          <p:cNvPr id="4" name="Päivämäärän paikkamerkki 3"/>
          <p:cNvSpPr>
            <a:spLocks noGrp="1"/>
          </p:cNvSpPr>
          <p:nvPr>
            <p:ph type="dt" sz="half" idx="10"/>
          </p:nvPr>
        </p:nvSpPr>
        <p:spPr/>
        <p:txBody>
          <a:bodyPr/>
          <a:lstStyle/>
          <a:p>
            <a:fld id="{8F8EE37C-AC12-4BDA-B7AE-D0C3DB4B341E}" type="datetimeFigureOut">
              <a:rPr lang="fi-FI" smtClean="0"/>
              <a:pPr/>
              <a:t>10.5.2015</a:t>
            </a:fld>
            <a:endParaRPr lang="fi-FI" dirty="0"/>
          </a:p>
        </p:txBody>
      </p:sp>
      <p:sp>
        <p:nvSpPr>
          <p:cNvPr id="5" name="Alatunnisteen paikkamerkki 4"/>
          <p:cNvSpPr>
            <a:spLocks noGrp="1"/>
          </p:cNvSpPr>
          <p:nvPr>
            <p:ph type="ftr" sz="quarter" idx="11"/>
          </p:nvPr>
        </p:nvSpPr>
        <p:spPr/>
        <p:txBody>
          <a:bodyPr/>
          <a:lstStyle/>
          <a:p>
            <a:endParaRPr lang="fi-FI" dirty="0"/>
          </a:p>
        </p:txBody>
      </p:sp>
      <p:sp>
        <p:nvSpPr>
          <p:cNvPr id="6" name="Dian numeron paikkamerkki 5"/>
          <p:cNvSpPr>
            <a:spLocks noGrp="1"/>
          </p:cNvSpPr>
          <p:nvPr>
            <p:ph type="sldNum" sz="quarter" idx="12"/>
          </p:nvPr>
        </p:nvSpPr>
        <p:spPr/>
        <p:txBody>
          <a:bodyPr/>
          <a:lstStyle/>
          <a:p>
            <a:fld id="{37B6CCA3-C34D-4E21-BA24-327A65CEE13D}" type="slidenum">
              <a:rPr lang="fi-FI" smtClean="0"/>
              <a:pPr/>
              <a:t>‹#›</a:t>
            </a:fld>
            <a:endParaRPr lang="fi-FI"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Kaksi sisältökohdetta">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smtClean="0"/>
              <a:t>Muokkaa perustyyl. napsautt.</a:t>
            </a:r>
            <a:endParaRPr lang="fi-FI"/>
          </a:p>
        </p:txBody>
      </p:sp>
      <p:sp>
        <p:nvSpPr>
          <p:cNvPr id="3" name="Sisällön paikkamerkki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4" name="Sisällön paikkamerkki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5" name="Päivämäärän paikkamerkki 4"/>
          <p:cNvSpPr>
            <a:spLocks noGrp="1"/>
          </p:cNvSpPr>
          <p:nvPr>
            <p:ph type="dt" sz="half" idx="10"/>
          </p:nvPr>
        </p:nvSpPr>
        <p:spPr/>
        <p:txBody>
          <a:bodyPr/>
          <a:lstStyle/>
          <a:p>
            <a:fld id="{8F8EE37C-AC12-4BDA-B7AE-D0C3DB4B341E}" type="datetimeFigureOut">
              <a:rPr lang="fi-FI" smtClean="0"/>
              <a:pPr/>
              <a:t>10.5.2015</a:t>
            </a:fld>
            <a:endParaRPr lang="fi-FI" dirty="0"/>
          </a:p>
        </p:txBody>
      </p:sp>
      <p:sp>
        <p:nvSpPr>
          <p:cNvPr id="6" name="Alatunnisteen paikkamerkki 5"/>
          <p:cNvSpPr>
            <a:spLocks noGrp="1"/>
          </p:cNvSpPr>
          <p:nvPr>
            <p:ph type="ftr" sz="quarter" idx="11"/>
          </p:nvPr>
        </p:nvSpPr>
        <p:spPr/>
        <p:txBody>
          <a:bodyPr/>
          <a:lstStyle/>
          <a:p>
            <a:endParaRPr lang="fi-FI" dirty="0"/>
          </a:p>
        </p:txBody>
      </p:sp>
      <p:sp>
        <p:nvSpPr>
          <p:cNvPr id="7" name="Dian numeron paikkamerkki 6"/>
          <p:cNvSpPr>
            <a:spLocks noGrp="1"/>
          </p:cNvSpPr>
          <p:nvPr>
            <p:ph type="sldNum" sz="quarter" idx="12"/>
          </p:nvPr>
        </p:nvSpPr>
        <p:spPr/>
        <p:txBody>
          <a:bodyPr/>
          <a:lstStyle/>
          <a:p>
            <a:fld id="{37B6CCA3-C34D-4E21-BA24-327A65CEE13D}" type="slidenum">
              <a:rPr lang="fi-FI" smtClean="0"/>
              <a:pPr/>
              <a:t>‹#›</a:t>
            </a:fld>
            <a:endParaRPr lang="fi-FI"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Vertailu">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lvl1pPr>
              <a:defRPr/>
            </a:lvl1pPr>
          </a:lstStyle>
          <a:p>
            <a:r>
              <a:rPr lang="fi-FI" smtClean="0"/>
              <a:t>Muokkaa perustyyl. napsautt.</a:t>
            </a:r>
            <a:endParaRPr lang="fi-FI"/>
          </a:p>
        </p:txBody>
      </p:sp>
      <p:sp>
        <p:nvSpPr>
          <p:cNvPr id="3" name="Tekstin paikkamerkki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smtClean="0"/>
              <a:t>Muokkaa tekstin perustyylejä napsauttamalla</a:t>
            </a:r>
          </a:p>
        </p:txBody>
      </p:sp>
      <p:sp>
        <p:nvSpPr>
          <p:cNvPr id="4" name="Sisällön paikkamerkki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5" name="Tekstin paikkamerkki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smtClean="0"/>
              <a:t>Muokkaa tekstin perustyylejä napsauttamalla</a:t>
            </a:r>
          </a:p>
        </p:txBody>
      </p:sp>
      <p:sp>
        <p:nvSpPr>
          <p:cNvPr id="6" name="Sisällön paikkamerkki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7" name="Päivämäärän paikkamerkki 6"/>
          <p:cNvSpPr>
            <a:spLocks noGrp="1"/>
          </p:cNvSpPr>
          <p:nvPr>
            <p:ph type="dt" sz="half" idx="10"/>
          </p:nvPr>
        </p:nvSpPr>
        <p:spPr/>
        <p:txBody>
          <a:bodyPr/>
          <a:lstStyle/>
          <a:p>
            <a:fld id="{8F8EE37C-AC12-4BDA-B7AE-D0C3DB4B341E}" type="datetimeFigureOut">
              <a:rPr lang="fi-FI" smtClean="0"/>
              <a:pPr/>
              <a:t>10.5.2015</a:t>
            </a:fld>
            <a:endParaRPr lang="fi-FI" dirty="0"/>
          </a:p>
        </p:txBody>
      </p:sp>
      <p:sp>
        <p:nvSpPr>
          <p:cNvPr id="8" name="Alatunnisteen paikkamerkki 7"/>
          <p:cNvSpPr>
            <a:spLocks noGrp="1"/>
          </p:cNvSpPr>
          <p:nvPr>
            <p:ph type="ftr" sz="quarter" idx="11"/>
          </p:nvPr>
        </p:nvSpPr>
        <p:spPr/>
        <p:txBody>
          <a:bodyPr/>
          <a:lstStyle/>
          <a:p>
            <a:endParaRPr lang="fi-FI" dirty="0"/>
          </a:p>
        </p:txBody>
      </p:sp>
      <p:sp>
        <p:nvSpPr>
          <p:cNvPr id="9" name="Dian numeron paikkamerkki 8"/>
          <p:cNvSpPr>
            <a:spLocks noGrp="1"/>
          </p:cNvSpPr>
          <p:nvPr>
            <p:ph type="sldNum" sz="quarter" idx="12"/>
          </p:nvPr>
        </p:nvSpPr>
        <p:spPr/>
        <p:txBody>
          <a:bodyPr/>
          <a:lstStyle/>
          <a:p>
            <a:fld id="{37B6CCA3-C34D-4E21-BA24-327A65CEE13D}" type="slidenum">
              <a:rPr lang="fi-FI" smtClean="0"/>
              <a:pPr/>
              <a:t>‹#›</a:t>
            </a:fld>
            <a:endParaRPr lang="fi-FI"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Vain otsikko">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smtClean="0"/>
              <a:t>Muokkaa perustyyl. napsautt.</a:t>
            </a:r>
            <a:endParaRPr lang="fi-FI"/>
          </a:p>
        </p:txBody>
      </p:sp>
      <p:sp>
        <p:nvSpPr>
          <p:cNvPr id="3" name="Päivämäärän paikkamerkki 2"/>
          <p:cNvSpPr>
            <a:spLocks noGrp="1"/>
          </p:cNvSpPr>
          <p:nvPr>
            <p:ph type="dt" sz="half" idx="10"/>
          </p:nvPr>
        </p:nvSpPr>
        <p:spPr/>
        <p:txBody>
          <a:bodyPr/>
          <a:lstStyle/>
          <a:p>
            <a:fld id="{8F8EE37C-AC12-4BDA-B7AE-D0C3DB4B341E}" type="datetimeFigureOut">
              <a:rPr lang="fi-FI" smtClean="0"/>
              <a:pPr/>
              <a:t>10.5.2015</a:t>
            </a:fld>
            <a:endParaRPr lang="fi-FI" dirty="0"/>
          </a:p>
        </p:txBody>
      </p:sp>
      <p:sp>
        <p:nvSpPr>
          <p:cNvPr id="4" name="Alatunnisteen paikkamerkki 3"/>
          <p:cNvSpPr>
            <a:spLocks noGrp="1"/>
          </p:cNvSpPr>
          <p:nvPr>
            <p:ph type="ftr" sz="quarter" idx="11"/>
          </p:nvPr>
        </p:nvSpPr>
        <p:spPr/>
        <p:txBody>
          <a:bodyPr/>
          <a:lstStyle/>
          <a:p>
            <a:endParaRPr lang="fi-FI" dirty="0"/>
          </a:p>
        </p:txBody>
      </p:sp>
      <p:sp>
        <p:nvSpPr>
          <p:cNvPr id="5" name="Dian numeron paikkamerkki 4"/>
          <p:cNvSpPr>
            <a:spLocks noGrp="1"/>
          </p:cNvSpPr>
          <p:nvPr>
            <p:ph type="sldNum" sz="quarter" idx="12"/>
          </p:nvPr>
        </p:nvSpPr>
        <p:spPr/>
        <p:txBody>
          <a:bodyPr/>
          <a:lstStyle/>
          <a:p>
            <a:fld id="{37B6CCA3-C34D-4E21-BA24-327A65CEE13D}" type="slidenum">
              <a:rPr lang="fi-FI" smtClean="0"/>
              <a:pPr/>
              <a:t>‹#›</a:t>
            </a:fld>
            <a:endParaRPr lang="fi-FI"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Tyhjä">
    <p:spTree>
      <p:nvGrpSpPr>
        <p:cNvPr id="1" name=""/>
        <p:cNvGrpSpPr/>
        <p:nvPr/>
      </p:nvGrpSpPr>
      <p:grpSpPr>
        <a:xfrm>
          <a:off x="0" y="0"/>
          <a:ext cx="0" cy="0"/>
          <a:chOff x="0" y="0"/>
          <a:chExt cx="0" cy="0"/>
        </a:xfrm>
      </p:grpSpPr>
      <p:sp>
        <p:nvSpPr>
          <p:cNvPr id="2" name="Päivämäärän paikkamerkki 1"/>
          <p:cNvSpPr>
            <a:spLocks noGrp="1"/>
          </p:cNvSpPr>
          <p:nvPr>
            <p:ph type="dt" sz="half" idx="10"/>
          </p:nvPr>
        </p:nvSpPr>
        <p:spPr/>
        <p:txBody>
          <a:bodyPr/>
          <a:lstStyle/>
          <a:p>
            <a:fld id="{8F8EE37C-AC12-4BDA-B7AE-D0C3DB4B341E}" type="datetimeFigureOut">
              <a:rPr lang="fi-FI" smtClean="0"/>
              <a:pPr/>
              <a:t>10.5.2015</a:t>
            </a:fld>
            <a:endParaRPr lang="fi-FI" dirty="0"/>
          </a:p>
        </p:txBody>
      </p:sp>
      <p:sp>
        <p:nvSpPr>
          <p:cNvPr id="3" name="Alatunnisteen paikkamerkki 2"/>
          <p:cNvSpPr>
            <a:spLocks noGrp="1"/>
          </p:cNvSpPr>
          <p:nvPr>
            <p:ph type="ftr" sz="quarter" idx="11"/>
          </p:nvPr>
        </p:nvSpPr>
        <p:spPr/>
        <p:txBody>
          <a:bodyPr/>
          <a:lstStyle/>
          <a:p>
            <a:endParaRPr lang="fi-FI" dirty="0"/>
          </a:p>
        </p:txBody>
      </p:sp>
      <p:sp>
        <p:nvSpPr>
          <p:cNvPr id="4" name="Dian numeron paikkamerkki 3"/>
          <p:cNvSpPr>
            <a:spLocks noGrp="1"/>
          </p:cNvSpPr>
          <p:nvPr>
            <p:ph type="sldNum" sz="quarter" idx="12"/>
          </p:nvPr>
        </p:nvSpPr>
        <p:spPr/>
        <p:txBody>
          <a:bodyPr/>
          <a:lstStyle/>
          <a:p>
            <a:fld id="{37B6CCA3-C34D-4E21-BA24-327A65CEE13D}" type="slidenum">
              <a:rPr lang="fi-FI" smtClean="0"/>
              <a:pPr/>
              <a:t>‹#›</a:t>
            </a:fld>
            <a:endParaRPr lang="fi-FI"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Otsikollinen sisältö">
    <p:spTree>
      <p:nvGrpSpPr>
        <p:cNvPr id="1" name=""/>
        <p:cNvGrpSpPr/>
        <p:nvPr/>
      </p:nvGrpSpPr>
      <p:grpSpPr>
        <a:xfrm>
          <a:off x="0" y="0"/>
          <a:ext cx="0" cy="0"/>
          <a:chOff x="0" y="0"/>
          <a:chExt cx="0" cy="0"/>
        </a:xfrm>
      </p:grpSpPr>
      <p:sp>
        <p:nvSpPr>
          <p:cNvPr id="2" name="Otsikko 1"/>
          <p:cNvSpPr>
            <a:spLocks noGrp="1"/>
          </p:cNvSpPr>
          <p:nvPr>
            <p:ph type="title"/>
          </p:nvPr>
        </p:nvSpPr>
        <p:spPr>
          <a:xfrm>
            <a:off x="457200" y="273050"/>
            <a:ext cx="3008313" cy="1162050"/>
          </a:xfrm>
        </p:spPr>
        <p:txBody>
          <a:bodyPr anchor="b"/>
          <a:lstStyle>
            <a:lvl1pPr algn="l">
              <a:defRPr sz="2000" b="1"/>
            </a:lvl1pPr>
          </a:lstStyle>
          <a:p>
            <a:r>
              <a:rPr lang="fi-FI" smtClean="0"/>
              <a:t>Muokkaa perustyyl. napsautt.</a:t>
            </a:r>
            <a:endParaRPr lang="fi-FI"/>
          </a:p>
        </p:txBody>
      </p:sp>
      <p:sp>
        <p:nvSpPr>
          <p:cNvPr id="3" name="Sisällön paikkamerkki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4" name="Tekstin paikkamerkki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smtClean="0"/>
              <a:t>Muokkaa tekstin perustyylejä napsauttamalla</a:t>
            </a:r>
          </a:p>
        </p:txBody>
      </p:sp>
      <p:sp>
        <p:nvSpPr>
          <p:cNvPr id="5" name="Päivämäärän paikkamerkki 4"/>
          <p:cNvSpPr>
            <a:spLocks noGrp="1"/>
          </p:cNvSpPr>
          <p:nvPr>
            <p:ph type="dt" sz="half" idx="10"/>
          </p:nvPr>
        </p:nvSpPr>
        <p:spPr/>
        <p:txBody>
          <a:bodyPr/>
          <a:lstStyle/>
          <a:p>
            <a:fld id="{8F8EE37C-AC12-4BDA-B7AE-D0C3DB4B341E}" type="datetimeFigureOut">
              <a:rPr lang="fi-FI" smtClean="0"/>
              <a:pPr/>
              <a:t>10.5.2015</a:t>
            </a:fld>
            <a:endParaRPr lang="fi-FI" dirty="0"/>
          </a:p>
        </p:txBody>
      </p:sp>
      <p:sp>
        <p:nvSpPr>
          <p:cNvPr id="6" name="Alatunnisteen paikkamerkki 5"/>
          <p:cNvSpPr>
            <a:spLocks noGrp="1"/>
          </p:cNvSpPr>
          <p:nvPr>
            <p:ph type="ftr" sz="quarter" idx="11"/>
          </p:nvPr>
        </p:nvSpPr>
        <p:spPr/>
        <p:txBody>
          <a:bodyPr/>
          <a:lstStyle/>
          <a:p>
            <a:endParaRPr lang="fi-FI" dirty="0"/>
          </a:p>
        </p:txBody>
      </p:sp>
      <p:sp>
        <p:nvSpPr>
          <p:cNvPr id="7" name="Dian numeron paikkamerkki 6"/>
          <p:cNvSpPr>
            <a:spLocks noGrp="1"/>
          </p:cNvSpPr>
          <p:nvPr>
            <p:ph type="sldNum" sz="quarter" idx="12"/>
          </p:nvPr>
        </p:nvSpPr>
        <p:spPr/>
        <p:txBody>
          <a:bodyPr/>
          <a:lstStyle/>
          <a:p>
            <a:fld id="{37B6CCA3-C34D-4E21-BA24-327A65CEE13D}" type="slidenum">
              <a:rPr lang="fi-FI" smtClean="0"/>
              <a:pPr/>
              <a:t>‹#›</a:t>
            </a:fld>
            <a:endParaRPr lang="fi-FI"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Otsikollinen kuva">
    <p:spTree>
      <p:nvGrpSpPr>
        <p:cNvPr id="1" name=""/>
        <p:cNvGrpSpPr/>
        <p:nvPr/>
      </p:nvGrpSpPr>
      <p:grpSpPr>
        <a:xfrm>
          <a:off x="0" y="0"/>
          <a:ext cx="0" cy="0"/>
          <a:chOff x="0" y="0"/>
          <a:chExt cx="0" cy="0"/>
        </a:xfrm>
      </p:grpSpPr>
      <p:sp>
        <p:nvSpPr>
          <p:cNvPr id="2" name="Otsikko 1"/>
          <p:cNvSpPr>
            <a:spLocks noGrp="1"/>
          </p:cNvSpPr>
          <p:nvPr>
            <p:ph type="title"/>
          </p:nvPr>
        </p:nvSpPr>
        <p:spPr>
          <a:xfrm>
            <a:off x="1792288" y="4800600"/>
            <a:ext cx="5486400" cy="566738"/>
          </a:xfrm>
        </p:spPr>
        <p:txBody>
          <a:bodyPr anchor="b"/>
          <a:lstStyle>
            <a:lvl1pPr algn="l">
              <a:defRPr sz="2000" b="1"/>
            </a:lvl1pPr>
          </a:lstStyle>
          <a:p>
            <a:r>
              <a:rPr lang="fi-FI" smtClean="0"/>
              <a:t>Muokkaa perustyyl. napsautt.</a:t>
            </a:r>
            <a:endParaRPr lang="fi-FI"/>
          </a:p>
        </p:txBody>
      </p:sp>
      <p:sp>
        <p:nvSpPr>
          <p:cNvPr id="3" name="Kuvan paikkamerkki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i-FI" dirty="0"/>
          </a:p>
        </p:txBody>
      </p:sp>
      <p:sp>
        <p:nvSpPr>
          <p:cNvPr id="4" name="Tekstin paikkamerkki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smtClean="0"/>
              <a:t>Muokkaa tekstin perustyylejä napsauttamalla</a:t>
            </a:r>
          </a:p>
        </p:txBody>
      </p:sp>
      <p:sp>
        <p:nvSpPr>
          <p:cNvPr id="5" name="Päivämäärän paikkamerkki 4"/>
          <p:cNvSpPr>
            <a:spLocks noGrp="1"/>
          </p:cNvSpPr>
          <p:nvPr>
            <p:ph type="dt" sz="half" idx="10"/>
          </p:nvPr>
        </p:nvSpPr>
        <p:spPr/>
        <p:txBody>
          <a:bodyPr/>
          <a:lstStyle/>
          <a:p>
            <a:fld id="{8F8EE37C-AC12-4BDA-B7AE-D0C3DB4B341E}" type="datetimeFigureOut">
              <a:rPr lang="fi-FI" smtClean="0"/>
              <a:pPr/>
              <a:t>10.5.2015</a:t>
            </a:fld>
            <a:endParaRPr lang="fi-FI" dirty="0"/>
          </a:p>
        </p:txBody>
      </p:sp>
      <p:sp>
        <p:nvSpPr>
          <p:cNvPr id="6" name="Alatunnisteen paikkamerkki 5"/>
          <p:cNvSpPr>
            <a:spLocks noGrp="1"/>
          </p:cNvSpPr>
          <p:nvPr>
            <p:ph type="ftr" sz="quarter" idx="11"/>
          </p:nvPr>
        </p:nvSpPr>
        <p:spPr/>
        <p:txBody>
          <a:bodyPr/>
          <a:lstStyle/>
          <a:p>
            <a:endParaRPr lang="fi-FI" dirty="0"/>
          </a:p>
        </p:txBody>
      </p:sp>
      <p:sp>
        <p:nvSpPr>
          <p:cNvPr id="7" name="Dian numeron paikkamerkki 6"/>
          <p:cNvSpPr>
            <a:spLocks noGrp="1"/>
          </p:cNvSpPr>
          <p:nvPr>
            <p:ph type="sldNum" sz="quarter" idx="12"/>
          </p:nvPr>
        </p:nvSpPr>
        <p:spPr/>
        <p:txBody>
          <a:bodyPr/>
          <a:lstStyle/>
          <a:p>
            <a:fld id="{37B6CCA3-C34D-4E21-BA24-327A65CEE13D}" type="slidenum">
              <a:rPr lang="fi-FI" smtClean="0"/>
              <a:pPr/>
              <a:t>‹#›</a:t>
            </a:fld>
            <a:endParaRPr lang="fi-FI"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Otsikko ja pystysuora teksti">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smtClean="0"/>
              <a:t>Muokkaa perustyyl. napsautt.</a:t>
            </a:r>
            <a:endParaRPr lang="fi-FI"/>
          </a:p>
        </p:txBody>
      </p:sp>
      <p:sp>
        <p:nvSpPr>
          <p:cNvPr id="3" name="Pystysuoran tekstin paikkamerkki 2"/>
          <p:cNvSpPr>
            <a:spLocks noGrp="1"/>
          </p:cNvSpPr>
          <p:nvPr>
            <p:ph type="body" orient="vert" idx="1"/>
          </p:nvPr>
        </p:nvSpPr>
        <p:spPr/>
        <p:txBody>
          <a:bodyPr vert="eaVert"/>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4" name="Päivämäärän paikkamerkki 3"/>
          <p:cNvSpPr>
            <a:spLocks noGrp="1"/>
          </p:cNvSpPr>
          <p:nvPr>
            <p:ph type="dt" sz="half" idx="10"/>
          </p:nvPr>
        </p:nvSpPr>
        <p:spPr/>
        <p:txBody>
          <a:bodyPr/>
          <a:lstStyle/>
          <a:p>
            <a:fld id="{8F8EE37C-AC12-4BDA-B7AE-D0C3DB4B341E}" type="datetimeFigureOut">
              <a:rPr lang="fi-FI" smtClean="0"/>
              <a:pPr/>
              <a:t>10.5.2015</a:t>
            </a:fld>
            <a:endParaRPr lang="fi-FI" dirty="0"/>
          </a:p>
        </p:txBody>
      </p:sp>
      <p:sp>
        <p:nvSpPr>
          <p:cNvPr id="5" name="Alatunnisteen paikkamerkki 4"/>
          <p:cNvSpPr>
            <a:spLocks noGrp="1"/>
          </p:cNvSpPr>
          <p:nvPr>
            <p:ph type="ftr" sz="quarter" idx="11"/>
          </p:nvPr>
        </p:nvSpPr>
        <p:spPr/>
        <p:txBody>
          <a:bodyPr/>
          <a:lstStyle/>
          <a:p>
            <a:endParaRPr lang="fi-FI" dirty="0"/>
          </a:p>
        </p:txBody>
      </p:sp>
      <p:sp>
        <p:nvSpPr>
          <p:cNvPr id="6" name="Dian numeron paikkamerkki 5"/>
          <p:cNvSpPr>
            <a:spLocks noGrp="1"/>
          </p:cNvSpPr>
          <p:nvPr>
            <p:ph type="sldNum" sz="quarter" idx="12"/>
          </p:nvPr>
        </p:nvSpPr>
        <p:spPr/>
        <p:txBody>
          <a:bodyPr/>
          <a:lstStyle/>
          <a:p>
            <a:fld id="{37B6CCA3-C34D-4E21-BA24-327A65CEE13D}" type="slidenum">
              <a:rPr lang="fi-FI" smtClean="0"/>
              <a:pPr/>
              <a:t>‹#›</a:t>
            </a:fld>
            <a:endParaRPr lang="fi-FI"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Pystysuora otsikko ja teksti">
    <p:spTree>
      <p:nvGrpSpPr>
        <p:cNvPr id="1" name=""/>
        <p:cNvGrpSpPr/>
        <p:nvPr/>
      </p:nvGrpSpPr>
      <p:grpSpPr>
        <a:xfrm>
          <a:off x="0" y="0"/>
          <a:ext cx="0" cy="0"/>
          <a:chOff x="0" y="0"/>
          <a:chExt cx="0" cy="0"/>
        </a:xfrm>
      </p:grpSpPr>
      <p:sp>
        <p:nvSpPr>
          <p:cNvPr id="2" name="Pystysuora otsikko 1"/>
          <p:cNvSpPr>
            <a:spLocks noGrp="1"/>
          </p:cNvSpPr>
          <p:nvPr>
            <p:ph type="title" orient="vert"/>
          </p:nvPr>
        </p:nvSpPr>
        <p:spPr>
          <a:xfrm>
            <a:off x="6629400" y="274638"/>
            <a:ext cx="2057400" cy="5851525"/>
          </a:xfrm>
        </p:spPr>
        <p:txBody>
          <a:bodyPr vert="eaVert"/>
          <a:lstStyle/>
          <a:p>
            <a:r>
              <a:rPr lang="fi-FI" smtClean="0"/>
              <a:t>Muokkaa perustyyl. napsautt.</a:t>
            </a:r>
            <a:endParaRPr lang="fi-FI"/>
          </a:p>
        </p:txBody>
      </p:sp>
      <p:sp>
        <p:nvSpPr>
          <p:cNvPr id="3" name="Pystysuoran tekstin paikkamerkki 2"/>
          <p:cNvSpPr>
            <a:spLocks noGrp="1"/>
          </p:cNvSpPr>
          <p:nvPr>
            <p:ph type="body" orient="vert" idx="1"/>
          </p:nvPr>
        </p:nvSpPr>
        <p:spPr>
          <a:xfrm>
            <a:off x="457200" y="274638"/>
            <a:ext cx="6019800" cy="5851525"/>
          </a:xfrm>
        </p:spPr>
        <p:txBody>
          <a:bodyPr vert="eaVert"/>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4" name="Päivämäärän paikkamerkki 3"/>
          <p:cNvSpPr>
            <a:spLocks noGrp="1"/>
          </p:cNvSpPr>
          <p:nvPr>
            <p:ph type="dt" sz="half" idx="10"/>
          </p:nvPr>
        </p:nvSpPr>
        <p:spPr/>
        <p:txBody>
          <a:bodyPr/>
          <a:lstStyle/>
          <a:p>
            <a:fld id="{8F8EE37C-AC12-4BDA-B7AE-D0C3DB4B341E}" type="datetimeFigureOut">
              <a:rPr lang="fi-FI" smtClean="0"/>
              <a:pPr/>
              <a:t>10.5.2015</a:t>
            </a:fld>
            <a:endParaRPr lang="fi-FI" dirty="0"/>
          </a:p>
        </p:txBody>
      </p:sp>
      <p:sp>
        <p:nvSpPr>
          <p:cNvPr id="5" name="Alatunnisteen paikkamerkki 4"/>
          <p:cNvSpPr>
            <a:spLocks noGrp="1"/>
          </p:cNvSpPr>
          <p:nvPr>
            <p:ph type="ftr" sz="quarter" idx="11"/>
          </p:nvPr>
        </p:nvSpPr>
        <p:spPr/>
        <p:txBody>
          <a:bodyPr/>
          <a:lstStyle/>
          <a:p>
            <a:endParaRPr lang="fi-FI" dirty="0"/>
          </a:p>
        </p:txBody>
      </p:sp>
      <p:sp>
        <p:nvSpPr>
          <p:cNvPr id="6" name="Dian numeron paikkamerkki 5"/>
          <p:cNvSpPr>
            <a:spLocks noGrp="1"/>
          </p:cNvSpPr>
          <p:nvPr>
            <p:ph type="sldNum" sz="quarter" idx="12"/>
          </p:nvPr>
        </p:nvSpPr>
        <p:spPr/>
        <p:txBody>
          <a:bodyPr/>
          <a:lstStyle/>
          <a:p>
            <a:fld id="{37B6CCA3-C34D-4E21-BA24-327A65CEE13D}" type="slidenum">
              <a:rPr lang="fi-FI" smtClean="0"/>
              <a:pPr/>
              <a:t>‹#›</a:t>
            </a:fld>
            <a:endParaRPr lang="fi-FI"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Mukautettu asettelu">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smtClean="0"/>
              <a:t>Muokkaa perustyyl. napsautt.</a:t>
            </a:r>
            <a:endParaRPr lang="fi-FI"/>
          </a:p>
        </p:txBody>
      </p:sp>
      <p:sp>
        <p:nvSpPr>
          <p:cNvPr id="3" name="Päivämäärän paikkamerkki 2"/>
          <p:cNvSpPr>
            <a:spLocks noGrp="1"/>
          </p:cNvSpPr>
          <p:nvPr>
            <p:ph type="dt" sz="half" idx="10"/>
          </p:nvPr>
        </p:nvSpPr>
        <p:spPr/>
        <p:txBody>
          <a:bodyPr/>
          <a:lstStyle/>
          <a:p>
            <a:fld id="{8F8EE37C-AC12-4BDA-B7AE-D0C3DB4B341E}" type="datetimeFigureOut">
              <a:rPr lang="fi-FI" smtClean="0"/>
              <a:pPr/>
              <a:t>10.5.2015</a:t>
            </a:fld>
            <a:endParaRPr lang="fi-FI" dirty="0"/>
          </a:p>
        </p:txBody>
      </p:sp>
      <p:sp>
        <p:nvSpPr>
          <p:cNvPr id="4" name="Alatunnisteen paikkamerkki 3"/>
          <p:cNvSpPr>
            <a:spLocks noGrp="1"/>
          </p:cNvSpPr>
          <p:nvPr>
            <p:ph type="ftr" sz="quarter" idx="11"/>
          </p:nvPr>
        </p:nvSpPr>
        <p:spPr/>
        <p:txBody>
          <a:bodyPr/>
          <a:lstStyle/>
          <a:p>
            <a:endParaRPr lang="fi-FI" dirty="0"/>
          </a:p>
        </p:txBody>
      </p:sp>
      <p:sp>
        <p:nvSpPr>
          <p:cNvPr id="5" name="Dian numeron paikkamerkki 4"/>
          <p:cNvSpPr>
            <a:spLocks noGrp="1"/>
          </p:cNvSpPr>
          <p:nvPr>
            <p:ph type="sldNum" sz="quarter" idx="12"/>
          </p:nvPr>
        </p:nvSpPr>
        <p:spPr/>
        <p:txBody>
          <a:bodyPr/>
          <a:lstStyle/>
          <a:p>
            <a:fld id="{37B6CCA3-C34D-4E21-BA24-327A65CEE13D}" type="slidenum">
              <a:rPr lang="fi-FI" smtClean="0"/>
              <a:pPr/>
              <a:t>‹#›</a:t>
            </a:fld>
            <a:endParaRPr lang="fi-FI"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Otsikkodia">
    <p:spTree>
      <p:nvGrpSpPr>
        <p:cNvPr id="1" name=""/>
        <p:cNvGrpSpPr/>
        <p:nvPr/>
      </p:nvGrpSpPr>
      <p:grpSpPr>
        <a:xfrm>
          <a:off x="0" y="0"/>
          <a:ext cx="0" cy="0"/>
          <a:chOff x="0" y="0"/>
          <a:chExt cx="0" cy="0"/>
        </a:xfrm>
      </p:grpSpPr>
      <p:sp>
        <p:nvSpPr>
          <p:cNvPr id="2" name="Otsikko 1"/>
          <p:cNvSpPr>
            <a:spLocks noGrp="1"/>
          </p:cNvSpPr>
          <p:nvPr>
            <p:ph type="ctrTitle"/>
          </p:nvPr>
        </p:nvSpPr>
        <p:spPr>
          <a:xfrm>
            <a:off x="685800" y="2130425"/>
            <a:ext cx="7772400" cy="1470025"/>
          </a:xfrm>
        </p:spPr>
        <p:txBody>
          <a:bodyPr/>
          <a:lstStyle/>
          <a:p>
            <a:r>
              <a:rPr lang="fi-FI" smtClean="0"/>
              <a:t>Muokkaa perustyyl. napsautt.</a:t>
            </a:r>
            <a:endParaRPr lang="fi-FI"/>
          </a:p>
        </p:txBody>
      </p:sp>
      <p:sp>
        <p:nvSpPr>
          <p:cNvPr id="3" name="Alaotsikk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smtClean="0"/>
              <a:t>Muokkaa alaotsikon perustyyliä napsautt.</a:t>
            </a:r>
            <a:endParaRPr lang="fi-FI"/>
          </a:p>
        </p:txBody>
      </p:sp>
      <p:sp>
        <p:nvSpPr>
          <p:cNvPr id="4" name="Päivämäärän paikkamerkki 3"/>
          <p:cNvSpPr>
            <a:spLocks noGrp="1"/>
          </p:cNvSpPr>
          <p:nvPr>
            <p:ph type="dt" sz="half" idx="10"/>
          </p:nvPr>
        </p:nvSpPr>
        <p:spPr/>
        <p:txBody>
          <a:bodyPr/>
          <a:lstStyle/>
          <a:p>
            <a:fld id="{12528542-833B-490F-A2E7-8CA93ACE653C}" type="datetimeFigureOut">
              <a:rPr lang="fi-FI" smtClean="0"/>
              <a:t>10.5.2015</a:t>
            </a:fld>
            <a:endParaRPr lang="fi-FI" dirty="0"/>
          </a:p>
        </p:txBody>
      </p:sp>
      <p:sp>
        <p:nvSpPr>
          <p:cNvPr id="5" name="Alatunnisteen paikkamerkki 4"/>
          <p:cNvSpPr>
            <a:spLocks noGrp="1"/>
          </p:cNvSpPr>
          <p:nvPr>
            <p:ph type="ftr" sz="quarter" idx="11"/>
          </p:nvPr>
        </p:nvSpPr>
        <p:spPr/>
        <p:txBody>
          <a:bodyPr/>
          <a:lstStyle/>
          <a:p>
            <a:endParaRPr lang="fi-FI" dirty="0"/>
          </a:p>
        </p:txBody>
      </p:sp>
      <p:sp>
        <p:nvSpPr>
          <p:cNvPr id="6" name="Dian numeron paikkamerkki 5"/>
          <p:cNvSpPr>
            <a:spLocks noGrp="1"/>
          </p:cNvSpPr>
          <p:nvPr>
            <p:ph type="sldNum" sz="quarter" idx="12"/>
          </p:nvPr>
        </p:nvSpPr>
        <p:spPr/>
        <p:txBody>
          <a:bodyPr/>
          <a:lstStyle/>
          <a:p>
            <a:fld id="{462DACFC-355D-4675-8033-412203FFBB8E}" type="slidenum">
              <a:rPr lang="fi-FI" smtClean="0"/>
              <a:t>‹#›</a:t>
            </a:fld>
            <a:endParaRPr lang="fi-FI"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Otsikko ja sisältö">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smtClean="0"/>
              <a:t>Muokkaa perustyyl. napsautt.</a:t>
            </a:r>
            <a:endParaRPr lang="fi-FI"/>
          </a:p>
        </p:txBody>
      </p:sp>
      <p:sp>
        <p:nvSpPr>
          <p:cNvPr id="3" name="Sisällön paikkamerkki 2"/>
          <p:cNvSpPr>
            <a:spLocks noGrp="1"/>
          </p:cNvSpPr>
          <p:nvPr>
            <p:ph idx="1"/>
          </p:nvPr>
        </p:nvSpPr>
        <p:spPr/>
        <p:txBody>
          <a:body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4" name="Päivämäärän paikkamerkki 3"/>
          <p:cNvSpPr>
            <a:spLocks noGrp="1"/>
          </p:cNvSpPr>
          <p:nvPr>
            <p:ph type="dt" sz="half" idx="10"/>
          </p:nvPr>
        </p:nvSpPr>
        <p:spPr/>
        <p:txBody>
          <a:bodyPr/>
          <a:lstStyle/>
          <a:p>
            <a:fld id="{12528542-833B-490F-A2E7-8CA93ACE653C}" type="datetimeFigureOut">
              <a:rPr lang="fi-FI" smtClean="0"/>
              <a:t>10.5.2015</a:t>
            </a:fld>
            <a:endParaRPr lang="fi-FI" dirty="0"/>
          </a:p>
        </p:txBody>
      </p:sp>
      <p:sp>
        <p:nvSpPr>
          <p:cNvPr id="5" name="Alatunnisteen paikkamerkki 4"/>
          <p:cNvSpPr>
            <a:spLocks noGrp="1"/>
          </p:cNvSpPr>
          <p:nvPr>
            <p:ph type="ftr" sz="quarter" idx="11"/>
          </p:nvPr>
        </p:nvSpPr>
        <p:spPr/>
        <p:txBody>
          <a:bodyPr/>
          <a:lstStyle/>
          <a:p>
            <a:endParaRPr lang="fi-FI" dirty="0"/>
          </a:p>
        </p:txBody>
      </p:sp>
      <p:sp>
        <p:nvSpPr>
          <p:cNvPr id="6" name="Dian numeron paikkamerkki 5"/>
          <p:cNvSpPr>
            <a:spLocks noGrp="1"/>
          </p:cNvSpPr>
          <p:nvPr>
            <p:ph type="sldNum" sz="quarter" idx="12"/>
          </p:nvPr>
        </p:nvSpPr>
        <p:spPr/>
        <p:txBody>
          <a:bodyPr/>
          <a:lstStyle/>
          <a:p>
            <a:fld id="{462DACFC-355D-4675-8033-412203FFBB8E}" type="slidenum">
              <a:rPr lang="fi-FI" smtClean="0"/>
              <a:t>‹#›</a:t>
            </a:fld>
            <a:endParaRPr lang="fi-FI"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Osan ylätunniste">
    <p:spTree>
      <p:nvGrpSpPr>
        <p:cNvPr id="1" name=""/>
        <p:cNvGrpSpPr/>
        <p:nvPr/>
      </p:nvGrpSpPr>
      <p:grpSpPr>
        <a:xfrm>
          <a:off x="0" y="0"/>
          <a:ext cx="0" cy="0"/>
          <a:chOff x="0" y="0"/>
          <a:chExt cx="0" cy="0"/>
        </a:xfrm>
      </p:grpSpPr>
      <p:sp>
        <p:nvSpPr>
          <p:cNvPr id="2" name="Otsikko 1"/>
          <p:cNvSpPr>
            <a:spLocks noGrp="1"/>
          </p:cNvSpPr>
          <p:nvPr>
            <p:ph type="title"/>
          </p:nvPr>
        </p:nvSpPr>
        <p:spPr>
          <a:xfrm>
            <a:off x="722313" y="4406900"/>
            <a:ext cx="7772400" cy="1362075"/>
          </a:xfrm>
        </p:spPr>
        <p:txBody>
          <a:bodyPr anchor="t"/>
          <a:lstStyle>
            <a:lvl1pPr algn="l">
              <a:defRPr sz="4000" b="1" cap="all"/>
            </a:lvl1pPr>
          </a:lstStyle>
          <a:p>
            <a:r>
              <a:rPr lang="fi-FI" smtClean="0"/>
              <a:t>Muokkaa perustyyl. napsautt.</a:t>
            </a:r>
            <a:endParaRPr lang="fi-FI"/>
          </a:p>
        </p:txBody>
      </p:sp>
      <p:sp>
        <p:nvSpPr>
          <p:cNvPr id="3" name="Tekstin paikkamerkki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smtClean="0"/>
              <a:t>Muokkaa tekstin perustyylejä napsauttamalla</a:t>
            </a:r>
          </a:p>
        </p:txBody>
      </p:sp>
      <p:sp>
        <p:nvSpPr>
          <p:cNvPr id="4" name="Päivämäärän paikkamerkki 3"/>
          <p:cNvSpPr>
            <a:spLocks noGrp="1"/>
          </p:cNvSpPr>
          <p:nvPr>
            <p:ph type="dt" sz="half" idx="10"/>
          </p:nvPr>
        </p:nvSpPr>
        <p:spPr/>
        <p:txBody>
          <a:bodyPr/>
          <a:lstStyle/>
          <a:p>
            <a:fld id="{12528542-833B-490F-A2E7-8CA93ACE653C}" type="datetimeFigureOut">
              <a:rPr lang="fi-FI" smtClean="0"/>
              <a:t>10.5.2015</a:t>
            </a:fld>
            <a:endParaRPr lang="fi-FI" dirty="0"/>
          </a:p>
        </p:txBody>
      </p:sp>
      <p:sp>
        <p:nvSpPr>
          <p:cNvPr id="5" name="Alatunnisteen paikkamerkki 4"/>
          <p:cNvSpPr>
            <a:spLocks noGrp="1"/>
          </p:cNvSpPr>
          <p:nvPr>
            <p:ph type="ftr" sz="quarter" idx="11"/>
          </p:nvPr>
        </p:nvSpPr>
        <p:spPr/>
        <p:txBody>
          <a:bodyPr/>
          <a:lstStyle/>
          <a:p>
            <a:endParaRPr lang="fi-FI" dirty="0"/>
          </a:p>
        </p:txBody>
      </p:sp>
      <p:sp>
        <p:nvSpPr>
          <p:cNvPr id="6" name="Dian numeron paikkamerkki 5"/>
          <p:cNvSpPr>
            <a:spLocks noGrp="1"/>
          </p:cNvSpPr>
          <p:nvPr>
            <p:ph type="sldNum" sz="quarter" idx="12"/>
          </p:nvPr>
        </p:nvSpPr>
        <p:spPr/>
        <p:txBody>
          <a:bodyPr/>
          <a:lstStyle/>
          <a:p>
            <a:fld id="{462DACFC-355D-4675-8033-412203FFBB8E}" type="slidenum">
              <a:rPr lang="fi-FI" smtClean="0"/>
              <a:t>‹#›</a:t>
            </a:fld>
            <a:endParaRPr lang="fi-FI"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Kaksi sisältökohdetta">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smtClean="0"/>
              <a:t>Muokkaa perustyyl. napsautt.</a:t>
            </a:r>
            <a:endParaRPr lang="fi-FI"/>
          </a:p>
        </p:txBody>
      </p:sp>
      <p:sp>
        <p:nvSpPr>
          <p:cNvPr id="3" name="Sisällön paikkamerkki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4" name="Sisällön paikkamerkki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5" name="Päivämäärän paikkamerkki 4"/>
          <p:cNvSpPr>
            <a:spLocks noGrp="1"/>
          </p:cNvSpPr>
          <p:nvPr>
            <p:ph type="dt" sz="half" idx="10"/>
          </p:nvPr>
        </p:nvSpPr>
        <p:spPr/>
        <p:txBody>
          <a:bodyPr/>
          <a:lstStyle/>
          <a:p>
            <a:fld id="{12528542-833B-490F-A2E7-8CA93ACE653C}" type="datetimeFigureOut">
              <a:rPr lang="fi-FI" smtClean="0"/>
              <a:t>10.5.2015</a:t>
            </a:fld>
            <a:endParaRPr lang="fi-FI" dirty="0"/>
          </a:p>
        </p:txBody>
      </p:sp>
      <p:sp>
        <p:nvSpPr>
          <p:cNvPr id="6" name="Alatunnisteen paikkamerkki 5"/>
          <p:cNvSpPr>
            <a:spLocks noGrp="1"/>
          </p:cNvSpPr>
          <p:nvPr>
            <p:ph type="ftr" sz="quarter" idx="11"/>
          </p:nvPr>
        </p:nvSpPr>
        <p:spPr/>
        <p:txBody>
          <a:bodyPr/>
          <a:lstStyle/>
          <a:p>
            <a:endParaRPr lang="fi-FI" dirty="0"/>
          </a:p>
        </p:txBody>
      </p:sp>
      <p:sp>
        <p:nvSpPr>
          <p:cNvPr id="7" name="Dian numeron paikkamerkki 6"/>
          <p:cNvSpPr>
            <a:spLocks noGrp="1"/>
          </p:cNvSpPr>
          <p:nvPr>
            <p:ph type="sldNum" sz="quarter" idx="12"/>
          </p:nvPr>
        </p:nvSpPr>
        <p:spPr/>
        <p:txBody>
          <a:bodyPr/>
          <a:lstStyle/>
          <a:p>
            <a:fld id="{462DACFC-355D-4675-8033-412203FFBB8E}" type="slidenum">
              <a:rPr lang="fi-FI" smtClean="0"/>
              <a:t>‹#›</a:t>
            </a:fld>
            <a:endParaRPr lang="fi-FI"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Vertailu">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lvl1pPr>
              <a:defRPr/>
            </a:lvl1pPr>
          </a:lstStyle>
          <a:p>
            <a:r>
              <a:rPr lang="fi-FI" smtClean="0"/>
              <a:t>Muokkaa perustyyl. napsautt.</a:t>
            </a:r>
            <a:endParaRPr lang="fi-FI"/>
          </a:p>
        </p:txBody>
      </p:sp>
      <p:sp>
        <p:nvSpPr>
          <p:cNvPr id="3" name="Tekstin paikkamerkki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smtClean="0"/>
              <a:t>Muokkaa tekstin perustyylejä napsauttamalla</a:t>
            </a:r>
          </a:p>
        </p:txBody>
      </p:sp>
      <p:sp>
        <p:nvSpPr>
          <p:cNvPr id="4" name="Sisällön paikkamerkki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5" name="Tekstin paikkamerkki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smtClean="0"/>
              <a:t>Muokkaa tekstin perustyylejä napsauttamalla</a:t>
            </a:r>
          </a:p>
        </p:txBody>
      </p:sp>
      <p:sp>
        <p:nvSpPr>
          <p:cNvPr id="6" name="Sisällön paikkamerkki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7" name="Päivämäärän paikkamerkki 6"/>
          <p:cNvSpPr>
            <a:spLocks noGrp="1"/>
          </p:cNvSpPr>
          <p:nvPr>
            <p:ph type="dt" sz="half" idx="10"/>
          </p:nvPr>
        </p:nvSpPr>
        <p:spPr/>
        <p:txBody>
          <a:bodyPr/>
          <a:lstStyle/>
          <a:p>
            <a:fld id="{12528542-833B-490F-A2E7-8CA93ACE653C}" type="datetimeFigureOut">
              <a:rPr lang="fi-FI" smtClean="0"/>
              <a:t>10.5.2015</a:t>
            </a:fld>
            <a:endParaRPr lang="fi-FI" dirty="0"/>
          </a:p>
        </p:txBody>
      </p:sp>
      <p:sp>
        <p:nvSpPr>
          <p:cNvPr id="8" name="Alatunnisteen paikkamerkki 7"/>
          <p:cNvSpPr>
            <a:spLocks noGrp="1"/>
          </p:cNvSpPr>
          <p:nvPr>
            <p:ph type="ftr" sz="quarter" idx="11"/>
          </p:nvPr>
        </p:nvSpPr>
        <p:spPr/>
        <p:txBody>
          <a:bodyPr/>
          <a:lstStyle/>
          <a:p>
            <a:endParaRPr lang="fi-FI" dirty="0"/>
          </a:p>
        </p:txBody>
      </p:sp>
      <p:sp>
        <p:nvSpPr>
          <p:cNvPr id="9" name="Dian numeron paikkamerkki 8"/>
          <p:cNvSpPr>
            <a:spLocks noGrp="1"/>
          </p:cNvSpPr>
          <p:nvPr>
            <p:ph type="sldNum" sz="quarter" idx="12"/>
          </p:nvPr>
        </p:nvSpPr>
        <p:spPr/>
        <p:txBody>
          <a:bodyPr/>
          <a:lstStyle/>
          <a:p>
            <a:fld id="{462DACFC-355D-4675-8033-412203FFBB8E}" type="slidenum">
              <a:rPr lang="fi-FI" smtClean="0"/>
              <a:t>‹#›</a:t>
            </a:fld>
            <a:endParaRPr lang="fi-FI"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Vain otsikko">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smtClean="0"/>
              <a:t>Muokkaa perustyyl. napsautt.</a:t>
            </a:r>
            <a:endParaRPr lang="fi-FI"/>
          </a:p>
        </p:txBody>
      </p:sp>
      <p:sp>
        <p:nvSpPr>
          <p:cNvPr id="3" name="Päivämäärän paikkamerkki 2"/>
          <p:cNvSpPr>
            <a:spLocks noGrp="1"/>
          </p:cNvSpPr>
          <p:nvPr>
            <p:ph type="dt" sz="half" idx="10"/>
          </p:nvPr>
        </p:nvSpPr>
        <p:spPr/>
        <p:txBody>
          <a:bodyPr/>
          <a:lstStyle/>
          <a:p>
            <a:fld id="{12528542-833B-490F-A2E7-8CA93ACE653C}" type="datetimeFigureOut">
              <a:rPr lang="fi-FI" smtClean="0"/>
              <a:t>10.5.2015</a:t>
            </a:fld>
            <a:endParaRPr lang="fi-FI" dirty="0"/>
          </a:p>
        </p:txBody>
      </p:sp>
      <p:sp>
        <p:nvSpPr>
          <p:cNvPr id="4" name="Alatunnisteen paikkamerkki 3"/>
          <p:cNvSpPr>
            <a:spLocks noGrp="1"/>
          </p:cNvSpPr>
          <p:nvPr>
            <p:ph type="ftr" sz="quarter" idx="11"/>
          </p:nvPr>
        </p:nvSpPr>
        <p:spPr/>
        <p:txBody>
          <a:bodyPr/>
          <a:lstStyle/>
          <a:p>
            <a:endParaRPr lang="fi-FI" dirty="0"/>
          </a:p>
        </p:txBody>
      </p:sp>
      <p:sp>
        <p:nvSpPr>
          <p:cNvPr id="5" name="Dian numeron paikkamerkki 4"/>
          <p:cNvSpPr>
            <a:spLocks noGrp="1"/>
          </p:cNvSpPr>
          <p:nvPr>
            <p:ph type="sldNum" sz="quarter" idx="12"/>
          </p:nvPr>
        </p:nvSpPr>
        <p:spPr/>
        <p:txBody>
          <a:bodyPr/>
          <a:lstStyle/>
          <a:p>
            <a:fld id="{462DACFC-355D-4675-8033-412203FFBB8E}" type="slidenum">
              <a:rPr lang="fi-FI" smtClean="0"/>
              <a:t>‹#›</a:t>
            </a:fld>
            <a:endParaRPr lang="fi-FI"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Tyhjä">
    <p:spTree>
      <p:nvGrpSpPr>
        <p:cNvPr id="1" name=""/>
        <p:cNvGrpSpPr/>
        <p:nvPr/>
      </p:nvGrpSpPr>
      <p:grpSpPr>
        <a:xfrm>
          <a:off x="0" y="0"/>
          <a:ext cx="0" cy="0"/>
          <a:chOff x="0" y="0"/>
          <a:chExt cx="0" cy="0"/>
        </a:xfrm>
      </p:grpSpPr>
      <p:sp>
        <p:nvSpPr>
          <p:cNvPr id="2" name="Päivämäärän paikkamerkki 1"/>
          <p:cNvSpPr>
            <a:spLocks noGrp="1"/>
          </p:cNvSpPr>
          <p:nvPr>
            <p:ph type="dt" sz="half" idx="10"/>
          </p:nvPr>
        </p:nvSpPr>
        <p:spPr/>
        <p:txBody>
          <a:bodyPr/>
          <a:lstStyle/>
          <a:p>
            <a:fld id="{12528542-833B-490F-A2E7-8CA93ACE653C}" type="datetimeFigureOut">
              <a:rPr lang="fi-FI" smtClean="0"/>
              <a:t>10.5.2015</a:t>
            </a:fld>
            <a:endParaRPr lang="fi-FI" dirty="0"/>
          </a:p>
        </p:txBody>
      </p:sp>
      <p:sp>
        <p:nvSpPr>
          <p:cNvPr id="3" name="Alatunnisteen paikkamerkki 2"/>
          <p:cNvSpPr>
            <a:spLocks noGrp="1"/>
          </p:cNvSpPr>
          <p:nvPr>
            <p:ph type="ftr" sz="quarter" idx="11"/>
          </p:nvPr>
        </p:nvSpPr>
        <p:spPr/>
        <p:txBody>
          <a:bodyPr/>
          <a:lstStyle/>
          <a:p>
            <a:endParaRPr lang="fi-FI" dirty="0"/>
          </a:p>
        </p:txBody>
      </p:sp>
      <p:sp>
        <p:nvSpPr>
          <p:cNvPr id="4" name="Dian numeron paikkamerkki 3"/>
          <p:cNvSpPr>
            <a:spLocks noGrp="1"/>
          </p:cNvSpPr>
          <p:nvPr>
            <p:ph type="sldNum" sz="quarter" idx="12"/>
          </p:nvPr>
        </p:nvSpPr>
        <p:spPr/>
        <p:txBody>
          <a:bodyPr/>
          <a:lstStyle/>
          <a:p>
            <a:fld id="{462DACFC-355D-4675-8033-412203FFBB8E}" type="slidenum">
              <a:rPr lang="fi-FI" smtClean="0"/>
              <a:t>‹#›</a:t>
            </a:fld>
            <a:endParaRPr lang="fi-FI"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Otsikollinen sisältö">
    <p:spTree>
      <p:nvGrpSpPr>
        <p:cNvPr id="1" name=""/>
        <p:cNvGrpSpPr/>
        <p:nvPr/>
      </p:nvGrpSpPr>
      <p:grpSpPr>
        <a:xfrm>
          <a:off x="0" y="0"/>
          <a:ext cx="0" cy="0"/>
          <a:chOff x="0" y="0"/>
          <a:chExt cx="0" cy="0"/>
        </a:xfrm>
      </p:grpSpPr>
      <p:sp>
        <p:nvSpPr>
          <p:cNvPr id="2" name="Otsikko 1"/>
          <p:cNvSpPr>
            <a:spLocks noGrp="1"/>
          </p:cNvSpPr>
          <p:nvPr>
            <p:ph type="title"/>
          </p:nvPr>
        </p:nvSpPr>
        <p:spPr>
          <a:xfrm>
            <a:off x="457200" y="273050"/>
            <a:ext cx="3008313" cy="1162050"/>
          </a:xfrm>
        </p:spPr>
        <p:txBody>
          <a:bodyPr anchor="b"/>
          <a:lstStyle>
            <a:lvl1pPr algn="l">
              <a:defRPr sz="2000" b="1"/>
            </a:lvl1pPr>
          </a:lstStyle>
          <a:p>
            <a:r>
              <a:rPr lang="fi-FI" smtClean="0"/>
              <a:t>Muokkaa perustyyl. napsautt.</a:t>
            </a:r>
            <a:endParaRPr lang="fi-FI"/>
          </a:p>
        </p:txBody>
      </p:sp>
      <p:sp>
        <p:nvSpPr>
          <p:cNvPr id="3" name="Sisällön paikkamerkki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4" name="Tekstin paikkamerkki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smtClean="0"/>
              <a:t>Muokkaa tekstin perustyylejä napsauttamalla</a:t>
            </a:r>
          </a:p>
        </p:txBody>
      </p:sp>
      <p:sp>
        <p:nvSpPr>
          <p:cNvPr id="5" name="Päivämäärän paikkamerkki 4"/>
          <p:cNvSpPr>
            <a:spLocks noGrp="1"/>
          </p:cNvSpPr>
          <p:nvPr>
            <p:ph type="dt" sz="half" idx="10"/>
          </p:nvPr>
        </p:nvSpPr>
        <p:spPr/>
        <p:txBody>
          <a:bodyPr/>
          <a:lstStyle/>
          <a:p>
            <a:fld id="{12528542-833B-490F-A2E7-8CA93ACE653C}" type="datetimeFigureOut">
              <a:rPr lang="fi-FI" smtClean="0"/>
              <a:t>10.5.2015</a:t>
            </a:fld>
            <a:endParaRPr lang="fi-FI" dirty="0"/>
          </a:p>
        </p:txBody>
      </p:sp>
      <p:sp>
        <p:nvSpPr>
          <p:cNvPr id="6" name="Alatunnisteen paikkamerkki 5"/>
          <p:cNvSpPr>
            <a:spLocks noGrp="1"/>
          </p:cNvSpPr>
          <p:nvPr>
            <p:ph type="ftr" sz="quarter" idx="11"/>
          </p:nvPr>
        </p:nvSpPr>
        <p:spPr/>
        <p:txBody>
          <a:bodyPr/>
          <a:lstStyle/>
          <a:p>
            <a:endParaRPr lang="fi-FI" dirty="0"/>
          </a:p>
        </p:txBody>
      </p:sp>
      <p:sp>
        <p:nvSpPr>
          <p:cNvPr id="7" name="Dian numeron paikkamerkki 6"/>
          <p:cNvSpPr>
            <a:spLocks noGrp="1"/>
          </p:cNvSpPr>
          <p:nvPr>
            <p:ph type="sldNum" sz="quarter" idx="12"/>
          </p:nvPr>
        </p:nvSpPr>
        <p:spPr/>
        <p:txBody>
          <a:bodyPr/>
          <a:lstStyle/>
          <a:p>
            <a:fld id="{462DACFC-355D-4675-8033-412203FFBB8E}" type="slidenum">
              <a:rPr lang="fi-FI" smtClean="0"/>
              <a:t>‹#›</a:t>
            </a:fld>
            <a:endParaRPr lang="fi-FI"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Otsikollinen kuva">
    <p:spTree>
      <p:nvGrpSpPr>
        <p:cNvPr id="1" name=""/>
        <p:cNvGrpSpPr/>
        <p:nvPr/>
      </p:nvGrpSpPr>
      <p:grpSpPr>
        <a:xfrm>
          <a:off x="0" y="0"/>
          <a:ext cx="0" cy="0"/>
          <a:chOff x="0" y="0"/>
          <a:chExt cx="0" cy="0"/>
        </a:xfrm>
      </p:grpSpPr>
      <p:sp>
        <p:nvSpPr>
          <p:cNvPr id="2" name="Otsikko 1"/>
          <p:cNvSpPr>
            <a:spLocks noGrp="1"/>
          </p:cNvSpPr>
          <p:nvPr>
            <p:ph type="title"/>
          </p:nvPr>
        </p:nvSpPr>
        <p:spPr>
          <a:xfrm>
            <a:off x="1792288" y="4800600"/>
            <a:ext cx="5486400" cy="566738"/>
          </a:xfrm>
        </p:spPr>
        <p:txBody>
          <a:bodyPr anchor="b"/>
          <a:lstStyle>
            <a:lvl1pPr algn="l">
              <a:defRPr sz="2000" b="1"/>
            </a:lvl1pPr>
          </a:lstStyle>
          <a:p>
            <a:r>
              <a:rPr lang="fi-FI" smtClean="0"/>
              <a:t>Muokkaa perustyyl. napsautt.</a:t>
            </a:r>
            <a:endParaRPr lang="fi-FI"/>
          </a:p>
        </p:txBody>
      </p:sp>
      <p:sp>
        <p:nvSpPr>
          <p:cNvPr id="3" name="Kuvan paikkamerkki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i-FI" dirty="0"/>
          </a:p>
        </p:txBody>
      </p:sp>
      <p:sp>
        <p:nvSpPr>
          <p:cNvPr id="4" name="Tekstin paikkamerkki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smtClean="0"/>
              <a:t>Muokkaa tekstin perustyylejä napsauttamalla</a:t>
            </a:r>
          </a:p>
        </p:txBody>
      </p:sp>
      <p:sp>
        <p:nvSpPr>
          <p:cNvPr id="5" name="Päivämäärän paikkamerkki 4"/>
          <p:cNvSpPr>
            <a:spLocks noGrp="1"/>
          </p:cNvSpPr>
          <p:nvPr>
            <p:ph type="dt" sz="half" idx="10"/>
          </p:nvPr>
        </p:nvSpPr>
        <p:spPr/>
        <p:txBody>
          <a:bodyPr/>
          <a:lstStyle/>
          <a:p>
            <a:fld id="{12528542-833B-490F-A2E7-8CA93ACE653C}" type="datetimeFigureOut">
              <a:rPr lang="fi-FI" smtClean="0"/>
              <a:t>10.5.2015</a:t>
            </a:fld>
            <a:endParaRPr lang="fi-FI" dirty="0"/>
          </a:p>
        </p:txBody>
      </p:sp>
      <p:sp>
        <p:nvSpPr>
          <p:cNvPr id="6" name="Alatunnisteen paikkamerkki 5"/>
          <p:cNvSpPr>
            <a:spLocks noGrp="1"/>
          </p:cNvSpPr>
          <p:nvPr>
            <p:ph type="ftr" sz="quarter" idx="11"/>
          </p:nvPr>
        </p:nvSpPr>
        <p:spPr/>
        <p:txBody>
          <a:bodyPr/>
          <a:lstStyle/>
          <a:p>
            <a:endParaRPr lang="fi-FI" dirty="0"/>
          </a:p>
        </p:txBody>
      </p:sp>
      <p:sp>
        <p:nvSpPr>
          <p:cNvPr id="7" name="Dian numeron paikkamerkki 6"/>
          <p:cNvSpPr>
            <a:spLocks noGrp="1"/>
          </p:cNvSpPr>
          <p:nvPr>
            <p:ph type="sldNum" sz="quarter" idx="12"/>
          </p:nvPr>
        </p:nvSpPr>
        <p:spPr/>
        <p:txBody>
          <a:bodyPr/>
          <a:lstStyle/>
          <a:p>
            <a:fld id="{462DACFC-355D-4675-8033-412203FFBB8E}" type="slidenum">
              <a:rPr lang="fi-FI" smtClean="0"/>
              <a:t>‹#›</a:t>
            </a:fld>
            <a:endParaRPr lang="fi-FI"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Otsikko ja pystysuora teksti">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smtClean="0"/>
              <a:t>Muokkaa perustyyl. napsautt.</a:t>
            </a:r>
            <a:endParaRPr lang="fi-FI"/>
          </a:p>
        </p:txBody>
      </p:sp>
      <p:sp>
        <p:nvSpPr>
          <p:cNvPr id="3" name="Pystysuoran tekstin paikkamerkki 2"/>
          <p:cNvSpPr>
            <a:spLocks noGrp="1"/>
          </p:cNvSpPr>
          <p:nvPr>
            <p:ph type="body" orient="vert" idx="1"/>
          </p:nvPr>
        </p:nvSpPr>
        <p:spPr/>
        <p:txBody>
          <a:bodyPr vert="eaVert"/>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4" name="Päivämäärän paikkamerkki 3"/>
          <p:cNvSpPr>
            <a:spLocks noGrp="1"/>
          </p:cNvSpPr>
          <p:nvPr>
            <p:ph type="dt" sz="half" idx="10"/>
          </p:nvPr>
        </p:nvSpPr>
        <p:spPr/>
        <p:txBody>
          <a:bodyPr/>
          <a:lstStyle/>
          <a:p>
            <a:fld id="{12528542-833B-490F-A2E7-8CA93ACE653C}" type="datetimeFigureOut">
              <a:rPr lang="fi-FI" smtClean="0"/>
              <a:t>10.5.2015</a:t>
            </a:fld>
            <a:endParaRPr lang="fi-FI" dirty="0"/>
          </a:p>
        </p:txBody>
      </p:sp>
      <p:sp>
        <p:nvSpPr>
          <p:cNvPr id="5" name="Alatunnisteen paikkamerkki 4"/>
          <p:cNvSpPr>
            <a:spLocks noGrp="1"/>
          </p:cNvSpPr>
          <p:nvPr>
            <p:ph type="ftr" sz="quarter" idx="11"/>
          </p:nvPr>
        </p:nvSpPr>
        <p:spPr/>
        <p:txBody>
          <a:bodyPr/>
          <a:lstStyle/>
          <a:p>
            <a:endParaRPr lang="fi-FI" dirty="0"/>
          </a:p>
        </p:txBody>
      </p:sp>
      <p:sp>
        <p:nvSpPr>
          <p:cNvPr id="6" name="Dian numeron paikkamerkki 5"/>
          <p:cNvSpPr>
            <a:spLocks noGrp="1"/>
          </p:cNvSpPr>
          <p:nvPr>
            <p:ph type="sldNum" sz="quarter" idx="12"/>
          </p:nvPr>
        </p:nvSpPr>
        <p:spPr/>
        <p:txBody>
          <a:bodyPr/>
          <a:lstStyle/>
          <a:p>
            <a:fld id="{462DACFC-355D-4675-8033-412203FFBB8E}" type="slidenum">
              <a:rPr lang="fi-FI" smtClean="0"/>
              <a:t>‹#›</a:t>
            </a:fld>
            <a:endParaRPr lang="fi-FI"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Pystysuora otsikko ja teksti">
    <p:spTree>
      <p:nvGrpSpPr>
        <p:cNvPr id="1" name=""/>
        <p:cNvGrpSpPr/>
        <p:nvPr/>
      </p:nvGrpSpPr>
      <p:grpSpPr>
        <a:xfrm>
          <a:off x="0" y="0"/>
          <a:ext cx="0" cy="0"/>
          <a:chOff x="0" y="0"/>
          <a:chExt cx="0" cy="0"/>
        </a:xfrm>
      </p:grpSpPr>
      <p:sp>
        <p:nvSpPr>
          <p:cNvPr id="2" name="Pystysuora otsikko 1"/>
          <p:cNvSpPr>
            <a:spLocks noGrp="1"/>
          </p:cNvSpPr>
          <p:nvPr>
            <p:ph type="title" orient="vert"/>
          </p:nvPr>
        </p:nvSpPr>
        <p:spPr>
          <a:xfrm>
            <a:off x="6629400" y="274638"/>
            <a:ext cx="2057400" cy="5851525"/>
          </a:xfrm>
        </p:spPr>
        <p:txBody>
          <a:bodyPr vert="eaVert"/>
          <a:lstStyle/>
          <a:p>
            <a:r>
              <a:rPr lang="fi-FI" smtClean="0"/>
              <a:t>Muokkaa perustyyl. napsautt.</a:t>
            </a:r>
            <a:endParaRPr lang="fi-FI"/>
          </a:p>
        </p:txBody>
      </p:sp>
      <p:sp>
        <p:nvSpPr>
          <p:cNvPr id="3" name="Pystysuoran tekstin paikkamerkki 2"/>
          <p:cNvSpPr>
            <a:spLocks noGrp="1"/>
          </p:cNvSpPr>
          <p:nvPr>
            <p:ph type="body" orient="vert" idx="1"/>
          </p:nvPr>
        </p:nvSpPr>
        <p:spPr>
          <a:xfrm>
            <a:off x="457200" y="274638"/>
            <a:ext cx="6019800" cy="5851525"/>
          </a:xfrm>
        </p:spPr>
        <p:txBody>
          <a:bodyPr vert="eaVert"/>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4" name="Päivämäärän paikkamerkki 3"/>
          <p:cNvSpPr>
            <a:spLocks noGrp="1"/>
          </p:cNvSpPr>
          <p:nvPr>
            <p:ph type="dt" sz="half" idx="10"/>
          </p:nvPr>
        </p:nvSpPr>
        <p:spPr/>
        <p:txBody>
          <a:bodyPr/>
          <a:lstStyle/>
          <a:p>
            <a:fld id="{12528542-833B-490F-A2E7-8CA93ACE653C}" type="datetimeFigureOut">
              <a:rPr lang="fi-FI" smtClean="0"/>
              <a:t>10.5.2015</a:t>
            </a:fld>
            <a:endParaRPr lang="fi-FI" dirty="0"/>
          </a:p>
        </p:txBody>
      </p:sp>
      <p:sp>
        <p:nvSpPr>
          <p:cNvPr id="5" name="Alatunnisteen paikkamerkki 4"/>
          <p:cNvSpPr>
            <a:spLocks noGrp="1"/>
          </p:cNvSpPr>
          <p:nvPr>
            <p:ph type="ftr" sz="quarter" idx="11"/>
          </p:nvPr>
        </p:nvSpPr>
        <p:spPr/>
        <p:txBody>
          <a:bodyPr/>
          <a:lstStyle/>
          <a:p>
            <a:endParaRPr lang="fi-FI" dirty="0"/>
          </a:p>
        </p:txBody>
      </p:sp>
      <p:sp>
        <p:nvSpPr>
          <p:cNvPr id="6" name="Dian numeron paikkamerkki 5"/>
          <p:cNvSpPr>
            <a:spLocks noGrp="1"/>
          </p:cNvSpPr>
          <p:nvPr>
            <p:ph type="sldNum" sz="quarter" idx="12"/>
          </p:nvPr>
        </p:nvSpPr>
        <p:spPr/>
        <p:txBody>
          <a:bodyPr/>
          <a:lstStyle/>
          <a:p>
            <a:fld id="{462DACFC-355D-4675-8033-412203FFBB8E}" type="slidenum">
              <a:rPr lang="fi-FI" smtClean="0"/>
              <a:t>‹#›</a:t>
            </a:fld>
            <a:endParaRPr lang="fi-FI"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Otsikkodia">
    <p:spTree>
      <p:nvGrpSpPr>
        <p:cNvPr id="1" name=""/>
        <p:cNvGrpSpPr/>
        <p:nvPr/>
      </p:nvGrpSpPr>
      <p:grpSpPr>
        <a:xfrm>
          <a:off x="0" y="0"/>
          <a:ext cx="0" cy="0"/>
          <a:chOff x="0" y="0"/>
          <a:chExt cx="0" cy="0"/>
        </a:xfrm>
      </p:grpSpPr>
      <p:sp>
        <p:nvSpPr>
          <p:cNvPr id="2" name="Otsikko 1"/>
          <p:cNvSpPr>
            <a:spLocks noGrp="1"/>
          </p:cNvSpPr>
          <p:nvPr>
            <p:ph type="ctrTitle"/>
          </p:nvPr>
        </p:nvSpPr>
        <p:spPr>
          <a:xfrm>
            <a:off x="685800" y="2130425"/>
            <a:ext cx="7772400" cy="1470025"/>
          </a:xfrm>
        </p:spPr>
        <p:txBody>
          <a:bodyPr/>
          <a:lstStyle/>
          <a:p>
            <a:r>
              <a:rPr lang="fi-FI" smtClean="0"/>
              <a:t>Muokkaa perustyyl. napsautt.</a:t>
            </a:r>
            <a:endParaRPr lang="fi-FI"/>
          </a:p>
        </p:txBody>
      </p:sp>
      <p:sp>
        <p:nvSpPr>
          <p:cNvPr id="3" name="Alaotsikk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smtClean="0"/>
              <a:t>Muokkaa alaotsikon perustyyliä napsautt.</a:t>
            </a:r>
            <a:endParaRPr lang="fi-FI"/>
          </a:p>
        </p:txBody>
      </p:sp>
      <p:sp>
        <p:nvSpPr>
          <p:cNvPr id="4" name="Päivämäärän paikkamerkki 3"/>
          <p:cNvSpPr>
            <a:spLocks noGrp="1"/>
          </p:cNvSpPr>
          <p:nvPr>
            <p:ph type="dt" sz="half" idx="10"/>
          </p:nvPr>
        </p:nvSpPr>
        <p:spPr/>
        <p:txBody>
          <a:bodyPr/>
          <a:lstStyle/>
          <a:p>
            <a:fld id="{12528542-833B-490F-A2E7-8CA93ACE653C}" type="datetimeFigureOut">
              <a:rPr lang="fi-FI" smtClean="0"/>
              <a:t>10.5.2015</a:t>
            </a:fld>
            <a:endParaRPr lang="fi-FI" dirty="0"/>
          </a:p>
        </p:txBody>
      </p:sp>
      <p:sp>
        <p:nvSpPr>
          <p:cNvPr id="5" name="Alatunnisteen paikkamerkki 4"/>
          <p:cNvSpPr>
            <a:spLocks noGrp="1"/>
          </p:cNvSpPr>
          <p:nvPr>
            <p:ph type="ftr" sz="quarter" idx="11"/>
          </p:nvPr>
        </p:nvSpPr>
        <p:spPr/>
        <p:txBody>
          <a:bodyPr/>
          <a:lstStyle/>
          <a:p>
            <a:endParaRPr lang="fi-FI" dirty="0"/>
          </a:p>
        </p:txBody>
      </p:sp>
      <p:sp>
        <p:nvSpPr>
          <p:cNvPr id="6" name="Dian numeron paikkamerkki 5"/>
          <p:cNvSpPr>
            <a:spLocks noGrp="1"/>
          </p:cNvSpPr>
          <p:nvPr>
            <p:ph type="sldNum" sz="quarter" idx="12"/>
          </p:nvPr>
        </p:nvSpPr>
        <p:spPr/>
        <p:txBody>
          <a:bodyPr/>
          <a:lstStyle/>
          <a:p>
            <a:fld id="{462DACFC-355D-4675-8033-412203FFBB8E}" type="slidenum">
              <a:rPr lang="fi-FI" smtClean="0"/>
              <a:t>‹#›</a:t>
            </a:fld>
            <a:endParaRPr lang="fi-FI"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Otsikko ja sisältö">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smtClean="0"/>
              <a:t>Muokkaa perustyyl. napsautt.</a:t>
            </a:r>
            <a:endParaRPr lang="fi-FI"/>
          </a:p>
        </p:txBody>
      </p:sp>
      <p:sp>
        <p:nvSpPr>
          <p:cNvPr id="3" name="Sisällön paikkamerkki 2"/>
          <p:cNvSpPr>
            <a:spLocks noGrp="1"/>
          </p:cNvSpPr>
          <p:nvPr>
            <p:ph idx="1"/>
          </p:nvPr>
        </p:nvSpPr>
        <p:spPr/>
        <p:txBody>
          <a:body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4" name="Päivämäärän paikkamerkki 3"/>
          <p:cNvSpPr>
            <a:spLocks noGrp="1"/>
          </p:cNvSpPr>
          <p:nvPr>
            <p:ph type="dt" sz="half" idx="10"/>
          </p:nvPr>
        </p:nvSpPr>
        <p:spPr/>
        <p:txBody>
          <a:bodyPr/>
          <a:lstStyle/>
          <a:p>
            <a:fld id="{12528542-833B-490F-A2E7-8CA93ACE653C}" type="datetimeFigureOut">
              <a:rPr lang="fi-FI" smtClean="0"/>
              <a:t>10.5.2015</a:t>
            </a:fld>
            <a:endParaRPr lang="fi-FI" dirty="0"/>
          </a:p>
        </p:txBody>
      </p:sp>
      <p:sp>
        <p:nvSpPr>
          <p:cNvPr id="5" name="Alatunnisteen paikkamerkki 4"/>
          <p:cNvSpPr>
            <a:spLocks noGrp="1"/>
          </p:cNvSpPr>
          <p:nvPr>
            <p:ph type="ftr" sz="quarter" idx="11"/>
          </p:nvPr>
        </p:nvSpPr>
        <p:spPr/>
        <p:txBody>
          <a:bodyPr/>
          <a:lstStyle/>
          <a:p>
            <a:endParaRPr lang="fi-FI" dirty="0"/>
          </a:p>
        </p:txBody>
      </p:sp>
      <p:sp>
        <p:nvSpPr>
          <p:cNvPr id="6" name="Dian numeron paikkamerkki 5"/>
          <p:cNvSpPr>
            <a:spLocks noGrp="1"/>
          </p:cNvSpPr>
          <p:nvPr>
            <p:ph type="sldNum" sz="quarter" idx="12"/>
          </p:nvPr>
        </p:nvSpPr>
        <p:spPr/>
        <p:txBody>
          <a:bodyPr/>
          <a:lstStyle/>
          <a:p>
            <a:fld id="{462DACFC-355D-4675-8033-412203FFBB8E}" type="slidenum">
              <a:rPr lang="fi-FI" smtClean="0"/>
              <a:t>‹#›</a:t>
            </a:fld>
            <a:endParaRPr lang="fi-FI"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Osan ylätunniste">
    <p:spTree>
      <p:nvGrpSpPr>
        <p:cNvPr id="1" name=""/>
        <p:cNvGrpSpPr/>
        <p:nvPr/>
      </p:nvGrpSpPr>
      <p:grpSpPr>
        <a:xfrm>
          <a:off x="0" y="0"/>
          <a:ext cx="0" cy="0"/>
          <a:chOff x="0" y="0"/>
          <a:chExt cx="0" cy="0"/>
        </a:xfrm>
      </p:grpSpPr>
      <p:sp>
        <p:nvSpPr>
          <p:cNvPr id="2" name="Otsikko 1"/>
          <p:cNvSpPr>
            <a:spLocks noGrp="1"/>
          </p:cNvSpPr>
          <p:nvPr>
            <p:ph type="title"/>
          </p:nvPr>
        </p:nvSpPr>
        <p:spPr>
          <a:xfrm>
            <a:off x="722313" y="4406900"/>
            <a:ext cx="7772400" cy="1362075"/>
          </a:xfrm>
        </p:spPr>
        <p:txBody>
          <a:bodyPr anchor="t"/>
          <a:lstStyle>
            <a:lvl1pPr algn="l">
              <a:defRPr sz="4000" b="1" cap="all"/>
            </a:lvl1pPr>
          </a:lstStyle>
          <a:p>
            <a:r>
              <a:rPr lang="fi-FI" smtClean="0"/>
              <a:t>Muokkaa perustyyl. napsautt.</a:t>
            </a:r>
            <a:endParaRPr lang="fi-FI"/>
          </a:p>
        </p:txBody>
      </p:sp>
      <p:sp>
        <p:nvSpPr>
          <p:cNvPr id="3" name="Tekstin paikkamerkki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smtClean="0"/>
              <a:t>Muokkaa tekstin perustyylejä napsauttamalla</a:t>
            </a:r>
          </a:p>
        </p:txBody>
      </p:sp>
      <p:sp>
        <p:nvSpPr>
          <p:cNvPr id="4" name="Päivämäärän paikkamerkki 3"/>
          <p:cNvSpPr>
            <a:spLocks noGrp="1"/>
          </p:cNvSpPr>
          <p:nvPr>
            <p:ph type="dt" sz="half" idx="10"/>
          </p:nvPr>
        </p:nvSpPr>
        <p:spPr/>
        <p:txBody>
          <a:bodyPr/>
          <a:lstStyle/>
          <a:p>
            <a:fld id="{12528542-833B-490F-A2E7-8CA93ACE653C}" type="datetimeFigureOut">
              <a:rPr lang="fi-FI" smtClean="0"/>
              <a:t>10.5.2015</a:t>
            </a:fld>
            <a:endParaRPr lang="fi-FI" dirty="0"/>
          </a:p>
        </p:txBody>
      </p:sp>
      <p:sp>
        <p:nvSpPr>
          <p:cNvPr id="5" name="Alatunnisteen paikkamerkki 4"/>
          <p:cNvSpPr>
            <a:spLocks noGrp="1"/>
          </p:cNvSpPr>
          <p:nvPr>
            <p:ph type="ftr" sz="quarter" idx="11"/>
          </p:nvPr>
        </p:nvSpPr>
        <p:spPr/>
        <p:txBody>
          <a:bodyPr/>
          <a:lstStyle/>
          <a:p>
            <a:endParaRPr lang="fi-FI" dirty="0"/>
          </a:p>
        </p:txBody>
      </p:sp>
      <p:sp>
        <p:nvSpPr>
          <p:cNvPr id="6" name="Dian numeron paikkamerkki 5"/>
          <p:cNvSpPr>
            <a:spLocks noGrp="1"/>
          </p:cNvSpPr>
          <p:nvPr>
            <p:ph type="sldNum" sz="quarter" idx="12"/>
          </p:nvPr>
        </p:nvSpPr>
        <p:spPr/>
        <p:txBody>
          <a:bodyPr/>
          <a:lstStyle/>
          <a:p>
            <a:fld id="{462DACFC-355D-4675-8033-412203FFBB8E}" type="slidenum">
              <a:rPr lang="fi-FI" smtClean="0"/>
              <a:t>‹#›</a:t>
            </a:fld>
            <a:endParaRPr lang="fi-FI"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Kaksi sisältökohdetta">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smtClean="0"/>
              <a:t>Muokkaa perustyyl. napsautt.</a:t>
            </a:r>
            <a:endParaRPr lang="fi-FI"/>
          </a:p>
        </p:txBody>
      </p:sp>
      <p:sp>
        <p:nvSpPr>
          <p:cNvPr id="3" name="Sisällön paikkamerkki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4" name="Sisällön paikkamerkki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5" name="Päivämäärän paikkamerkki 4"/>
          <p:cNvSpPr>
            <a:spLocks noGrp="1"/>
          </p:cNvSpPr>
          <p:nvPr>
            <p:ph type="dt" sz="half" idx="10"/>
          </p:nvPr>
        </p:nvSpPr>
        <p:spPr/>
        <p:txBody>
          <a:bodyPr/>
          <a:lstStyle/>
          <a:p>
            <a:fld id="{12528542-833B-490F-A2E7-8CA93ACE653C}" type="datetimeFigureOut">
              <a:rPr lang="fi-FI" smtClean="0"/>
              <a:t>10.5.2015</a:t>
            </a:fld>
            <a:endParaRPr lang="fi-FI" dirty="0"/>
          </a:p>
        </p:txBody>
      </p:sp>
      <p:sp>
        <p:nvSpPr>
          <p:cNvPr id="6" name="Alatunnisteen paikkamerkki 5"/>
          <p:cNvSpPr>
            <a:spLocks noGrp="1"/>
          </p:cNvSpPr>
          <p:nvPr>
            <p:ph type="ftr" sz="quarter" idx="11"/>
          </p:nvPr>
        </p:nvSpPr>
        <p:spPr/>
        <p:txBody>
          <a:bodyPr/>
          <a:lstStyle/>
          <a:p>
            <a:endParaRPr lang="fi-FI" dirty="0"/>
          </a:p>
        </p:txBody>
      </p:sp>
      <p:sp>
        <p:nvSpPr>
          <p:cNvPr id="7" name="Dian numeron paikkamerkki 6"/>
          <p:cNvSpPr>
            <a:spLocks noGrp="1"/>
          </p:cNvSpPr>
          <p:nvPr>
            <p:ph type="sldNum" sz="quarter" idx="12"/>
          </p:nvPr>
        </p:nvSpPr>
        <p:spPr/>
        <p:txBody>
          <a:bodyPr/>
          <a:lstStyle/>
          <a:p>
            <a:fld id="{462DACFC-355D-4675-8033-412203FFBB8E}" type="slidenum">
              <a:rPr lang="fi-FI" smtClean="0"/>
              <a:t>‹#›</a:t>
            </a:fld>
            <a:endParaRPr lang="fi-FI"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Vertailu">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lvl1pPr>
              <a:defRPr/>
            </a:lvl1pPr>
          </a:lstStyle>
          <a:p>
            <a:r>
              <a:rPr lang="fi-FI" smtClean="0"/>
              <a:t>Muokkaa perustyyl. napsautt.</a:t>
            </a:r>
            <a:endParaRPr lang="fi-FI"/>
          </a:p>
        </p:txBody>
      </p:sp>
      <p:sp>
        <p:nvSpPr>
          <p:cNvPr id="3" name="Tekstin paikkamerkki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smtClean="0"/>
              <a:t>Muokkaa tekstin perustyylejä napsauttamalla</a:t>
            </a:r>
          </a:p>
        </p:txBody>
      </p:sp>
      <p:sp>
        <p:nvSpPr>
          <p:cNvPr id="4" name="Sisällön paikkamerkki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5" name="Tekstin paikkamerkki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smtClean="0"/>
              <a:t>Muokkaa tekstin perustyylejä napsauttamalla</a:t>
            </a:r>
          </a:p>
        </p:txBody>
      </p:sp>
      <p:sp>
        <p:nvSpPr>
          <p:cNvPr id="6" name="Sisällön paikkamerkki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7" name="Päivämäärän paikkamerkki 6"/>
          <p:cNvSpPr>
            <a:spLocks noGrp="1"/>
          </p:cNvSpPr>
          <p:nvPr>
            <p:ph type="dt" sz="half" idx="10"/>
          </p:nvPr>
        </p:nvSpPr>
        <p:spPr/>
        <p:txBody>
          <a:bodyPr/>
          <a:lstStyle/>
          <a:p>
            <a:fld id="{12528542-833B-490F-A2E7-8CA93ACE653C}" type="datetimeFigureOut">
              <a:rPr lang="fi-FI" smtClean="0"/>
              <a:t>10.5.2015</a:t>
            </a:fld>
            <a:endParaRPr lang="fi-FI" dirty="0"/>
          </a:p>
        </p:txBody>
      </p:sp>
      <p:sp>
        <p:nvSpPr>
          <p:cNvPr id="8" name="Alatunnisteen paikkamerkki 7"/>
          <p:cNvSpPr>
            <a:spLocks noGrp="1"/>
          </p:cNvSpPr>
          <p:nvPr>
            <p:ph type="ftr" sz="quarter" idx="11"/>
          </p:nvPr>
        </p:nvSpPr>
        <p:spPr/>
        <p:txBody>
          <a:bodyPr/>
          <a:lstStyle/>
          <a:p>
            <a:endParaRPr lang="fi-FI" dirty="0"/>
          </a:p>
        </p:txBody>
      </p:sp>
      <p:sp>
        <p:nvSpPr>
          <p:cNvPr id="9" name="Dian numeron paikkamerkki 8"/>
          <p:cNvSpPr>
            <a:spLocks noGrp="1"/>
          </p:cNvSpPr>
          <p:nvPr>
            <p:ph type="sldNum" sz="quarter" idx="12"/>
          </p:nvPr>
        </p:nvSpPr>
        <p:spPr/>
        <p:txBody>
          <a:bodyPr/>
          <a:lstStyle/>
          <a:p>
            <a:fld id="{462DACFC-355D-4675-8033-412203FFBB8E}" type="slidenum">
              <a:rPr lang="fi-FI" smtClean="0"/>
              <a:t>‹#›</a:t>
            </a:fld>
            <a:endParaRPr lang="fi-FI"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Vain otsikko">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smtClean="0"/>
              <a:t>Muokkaa perustyyl. napsautt.</a:t>
            </a:r>
            <a:endParaRPr lang="fi-FI"/>
          </a:p>
        </p:txBody>
      </p:sp>
      <p:sp>
        <p:nvSpPr>
          <p:cNvPr id="3" name="Päivämäärän paikkamerkki 2"/>
          <p:cNvSpPr>
            <a:spLocks noGrp="1"/>
          </p:cNvSpPr>
          <p:nvPr>
            <p:ph type="dt" sz="half" idx="10"/>
          </p:nvPr>
        </p:nvSpPr>
        <p:spPr/>
        <p:txBody>
          <a:bodyPr/>
          <a:lstStyle/>
          <a:p>
            <a:fld id="{12528542-833B-490F-A2E7-8CA93ACE653C}" type="datetimeFigureOut">
              <a:rPr lang="fi-FI" smtClean="0"/>
              <a:t>10.5.2015</a:t>
            </a:fld>
            <a:endParaRPr lang="fi-FI" dirty="0"/>
          </a:p>
        </p:txBody>
      </p:sp>
      <p:sp>
        <p:nvSpPr>
          <p:cNvPr id="4" name="Alatunnisteen paikkamerkki 3"/>
          <p:cNvSpPr>
            <a:spLocks noGrp="1"/>
          </p:cNvSpPr>
          <p:nvPr>
            <p:ph type="ftr" sz="quarter" idx="11"/>
          </p:nvPr>
        </p:nvSpPr>
        <p:spPr/>
        <p:txBody>
          <a:bodyPr/>
          <a:lstStyle/>
          <a:p>
            <a:endParaRPr lang="fi-FI" dirty="0"/>
          </a:p>
        </p:txBody>
      </p:sp>
      <p:sp>
        <p:nvSpPr>
          <p:cNvPr id="5" name="Dian numeron paikkamerkki 4"/>
          <p:cNvSpPr>
            <a:spLocks noGrp="1"/>
          </p:cNvSpPr>
          <p:nvPr>
            <p:ph type="sldNum" sz="quarter" idx="12"/>
          </p:nvPr>
        </p:nvSpPr>
        <p:spPr/>
        <p:txBody>
          <a:bodyPr/>
          <a:lstStyle/>
          <a:p>
            <a:fld id="{462DACFC-355D-4675-8033-412203FFBB8E}" type="slidenum">
              <a:rPr lang="fi-FI" smtClean="0"/>
              <a:t>‹#›</a:t>
            </a:fld>
            <a:endParaRPr lang="fi-FI"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Tyhjä">
    <p:spTree>
      <p:nvGrpSpPr>
        <p:cNvPr id="1" name=""/>
        <p:cNvGrpSpPr/>
        <p:nvPr/>
      </p:nvGrpSpPr>
      <p:grpSpPr>
        <a:xfrm>
          <a:off x="0" y="0"/>
          <a:ext cx="0" cy="0"/>
          <a:chOff x="0" y="0"/>
          <a:chExt cx="0" cy="0"/>
        </a:xfrm>
      </p:grpSpPr>
      <p:sp>
        <p:nvSpPr>
          <p:cNvPr id="2" name="Päivämäärän paikkamerkki 1"/>
          <p:cNvSpPr>
            <a:spLocks noGrp="1"/>
          </p:cNvSpPr>
          <p:nvPr>
            <p:ph type="dt" sz="half" idx="10"/>
          </p:nvPr>
        </p:nvSpPr>
        <p:spPr/>
        <p:txBody>
          <a:bodyPr/>
          <a:lstStyle/>
          <a:p>
            <a:fld id="{12528542-833B-490F-A2E7-8CA93ACE653C}" type="datetimeFigureOut">
              <a:rPr lang="fi-FI" smtClean="0"/>
              <a:t>10.5.2015</a:t>
            </a:fld>
            <a:endParaRPr lang="fi-FI" dirty="0"/>
          </a:p>
        </p:txBody>
      </p:sp>
      <p:sp>
        <p:nvSpPr>
          <p:cNvPr id="3" name="Alatunnisteen paikkamerkki 2"/>
          <p:cNvSpPr>
            <a:spLocks noGrp="1"/>
          </p:cNvSpPr>
          <p:nvPr>
            <p:ph type="ftr" sz="quarter" idx="11"/>
          </p:nvPr>
        </p:nvSpPr>
        <p:spPr/>
        <p:txBody>
          <a:bodyPr/>
          <a:lstStyle/>
          <a:p>
            <a:endParaRPr lang="fi-FI" dirty="0"/>
          </a:p>
        </p:txBody>
      </p:sp>
      <p:sp>
        <p:nvSpPr>
          <p:cNvPr id="4" name="Dian numeron paikkamerkki 3"/>
          <p:cNvSpPr>
            <a:spLocks noGrp="1"/>
          </p:cNvSpPr>
          <p:nvPr>
            <p:ph type="sldNum" sz="quarter" idx="12"/>
          </p:nvPr>
        </p:nvSpPr>
        <p:spPr/>
        <p:txBody>
          <a:bodyPr/>
          <a:lstStyle/>
          <a:p>
            <a:fld id="{462DACFC-355D-4675-8033-412203FFBB8E}" type="slidenum">
              <a:rPr lang="fi-FI" smtClean="0"/>
              <a:t>‹#›</a:t>
            </a:fld>
            <a:endParaRPr lang="fi-FI"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Otsikollinen sisältö">
    <p:spTree>
      <p:nvGrpSpPr>
        <p:cNvPr id="1" name=""/>
        <p:cNvGrpSpPr/>
        <p:nvPr/>
      </p:nvGrpSpPr>
      <p:grpSpPr>
        <a:xfrm>
          <a:off x="0" y="0"/>
          <a:ext cx="0" cy="0"/>
          <a:chOff x="0" y="0"/>
          <a:chExt cx="0" cy="0"/>
        </a:xfrm>
      </p:grpSpPr>
      <p:sp>
        <p:nvSpPr>
          <p:cNvPr id="2" name="Otsikko 1"/>
          <p:cNvSpPr>
            <a:spLocks noGrp="1"/>
          </p:cNvSpPr>
          <p:nvPr>
            <p:ph type="title"/>
          </p:nvPr>
        </p:nvSpPr>
        <p:spPr>
          <a:xfrm>
            <a:off x="457200" y="273050"/>
            <a:ext cx="3008313" cy="1162050"/>
          </a:xfrm>
        </p:spPr>
        <p:txBody>
          <a:bodyPr anchor="b"/>
          <a:lstStyle>
            <a:lvl1pPr algn="l">
              <a:defRPr sz="2000" b="1"/>
            </a:lvl1pPr>
          </a:lstStyle>
          <a:p>
            <a:r>
              <a:rPr lang="fi-FI" smtClean="0"/>
              <a:t>Muokkaa perustyyl. napsautt.</a:t>
            </a:r>
            <a:endParaRPr lang="fi-FI"/>
          </a:p>
        </p:txBody>
      </p:sp>
      <p:sp>
        <p:nvSpPr>
          <p:cNvPr id="3" name="Sisällön paikkamerkki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4" name="Tekstin paikkamerkki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smtClean="0"/>
              <a:t>Muokkaa tekstin perustyylejä napsauttamalla</a:t>
            </a:r>
          </a:p>
        </p:txBody>
      </p:sp>
      <p:sp>
        <p:nvSpPr>
          <p:cNvPr id="5" name="Päivämäärän paikkamerkki 4"/>
          <p:cNvSpPr>
            <a:spLocks noGrp="1"/>
          </p:cNvSpPr>
          <p:nvPr>
            <p:ph type="dt" sz="half" idx="10"/>
          </p:nvPr>
        </p:nvSpPr>
        <p:spPr/>
        <p:txBody>
          <a:bodyPr/>
          <a:lstStyle/>
          <a:p>
            <a:fld id="{12528542-833B-490F-A2E7-8CA93ACE653C}" type="datetimeFigureOut">
              <a:rPr lang="fi-FI" smtClean="0"/>
              <a:t>10.5.2015</a:t>
            </a:fld>
            <a:endParaRPr lang="fi-FI" dirty="0"/>
          </a:p>
        </p:txBody>
      </p:sp>
      <p:sp>
        <p:nvSpPr>
          <p:cNvPr id="6" name="Alatunnisteen paikkamerkki 5"/>
          <p:cNvSpPr>
            <a:spLocks noGrp="1"/>
          </p:cNvSpPr>
          <p:nvPr>
            <p:ph type="ftr" sz="quarter" idx="11"/>
          </p:nvPr>
        </p:nvSpPr>
        <p:spPr/>
        <p:txBody>
          <a:bodyPr/>
          <a:lstStyle/>
          <a:p>
            <a:endParaRPr lang="fi-FI" dirty="0"/>
          </a:p>
        </p:txBody>
      </p:sp>
      <p:sp>
        <p:nvSpPr>
          <p:cNvPr id="7" name="Dian numeron paikkamerkki 6"/>
          <p:cNvSpPr>
            <a:spLocks noGrp="1"/>
          </p:cNvSpPr>
          <p:nvPr>
            <p:ph type="sldNum" sz="quarter" idx="12"/>
          </p:nvPr>
        </p:nvSpPr>
        <p:spPr/>
        <p:txBody>
          <a:bodyPr/>
          <a:lstStyle/>
          <a:p>
            <a:fld id="{462DACFC-355D-4675-8033-412203FFBB8E}" type="slidenum">
              <a:rPr lang="fi-FI" smtClean="0"/>
              <a:t>‹#›</a:t>
            </a:fld>
            <a:endParaRPr lang="fi-FI"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Otsikollinen kuva">
    <p:spTree>
      <p:nvGrpSpPr>
        <p:cNvPr id="1" name=""/>
        <p:cNvGrpSpPr/>
        <p:nvPr/>
      </p:nvGrpSpPr>
      <p:grpSpPr>
        <a:xfrm>
          <a:off x="0" y="0"/>
          <a:ext cx="0" cy="0"/>
          <a:chOff x="0" y="0"/>
          <a:chExt cx="0" cy="0"/>
        </a:xfrm>
      </p:grpSpPr>
      <p:sp>
        <p:nvSpPr>
          <p:cNvPr id="2" name="Otsikko 1"/>
          <p:cNvSpPr>
            <a:spLocks noGrp="1"/>
          </p:cNvSpPr>
          <p:nvPr>
            <p:ph type="title"/>
          </p:nvPr>
        </p:nvSpPr>
        <p:spPr>
          <a:xfrm>
            <a:off x="1792288" y="4800600"/>
            <a:ext cx="5486400" cy="566738"/>
          </a:xfrm>
        </p:spPr>
        <p:txBody>
          <a:bodyPr anchor="b"/>
          <a:lstStyle>
            <a:lvl1pPr algn="l">
              <a:defRPr sz="2000" b="1"/>
            </a:lvl1pPr>
          </a:lstStyle>
          <a:p>
            <a:r>
              <a:rPr lang="fi-FI" smtClean="0"/>
              <a:t>Muokkaa perustyyl. napsautt.</a:t>
            </a:r>
            <a:endParaRPr lang="fi-FI"/>
          </a:p>
        </p:txBody>
      </p:sp>
      <p:sp>
        <p:nvSpPr>
          <p:cNvPr id="3" name="Kuvan paikkamerkki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i-FI" dirty="0"/>
          </a:p>
        </p:txBody>
      </p:sp>
      <p:sp>
        <p:nvSpPr>
          <p:cNvPr id="4" name="Tekstin paikkamerkki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smtClean="0"/>
              <a:t>Muokkaa tekstin perustyylejä napsauttamalla</a:t>
            </a:r>
          </a:p>
        </p:txBody>
      </p:sp>
      <p:sp>
        <p:nvSpPr>
          <p:cNvPr id="5" name="Päivämäärän paikkamerkki 4"/>
          <p:cNvSpPr>
            <a:spLocks noGrp="1"/>
          </p:cNvSpPr>
          <p:nvPr>
            <p:ph type="dt" sz="half" idx="10"/>
          </p:nvPr>
        </p:nvSpPr>
        <p:spPr/>
        <p:txBody>
          <a:bodyPr/>
          <a:lstStyle/>
          <a:p>
            <a:fld id="{12528542-833B-490F-A2E7-8CA93ACE653C}" type="datetimeFigureOut">
              <a:rPr lang="fi-FI" smtClean="0"/>
              <a:t>10.5.2015</a:t>
            </a:fld>
            <a:endParaRPr lang="fi-FI" dirty="0"/>
          </a:p>
        </p:txBody>
      </p:sp>
      <p:sp>
        <p:nvSpPr>
          <p:cNvPr id="6" name="Alatunnisteen paikkamerkki 5"/>
          <p:cNvSpPr>
            <a:spLocks noGrp="1"/>
          </p:cNvSpPr>
          <p:nvPr>
            <p:ph type="ftr" sz="quarter" idx="11"/>
          </p:nvPr>
        </p:nvSpPr>
        <p:spPr/>
        <p:txBody>
          <a:bodyPr/>
          <a:lstStyle/>
          <a:p>
            <a:endParaRPr lang="fi-FI" dirty="0"/>
          </a:p>
        </p:txBody>
      </p:sp>
      <p:sp>
        <p:nvSpPr>
          <p:cNvPr id="7" name="Dian numeron paikkamerkki 6"/>
          <p:cNvSpPr>
            <a:spLocks noGrp="1"/>
          </p:cNvSpPr>
          <p:nvPr>
            <p:ph type="sldNum" sz="quarter" idx="12"/>
          </p:nvPr>
        </p:nvSpPr>
        <p:spPr/>
        <p:txBody>
          <a:bodyPr/>
          <a:lstStyle/>
          <a:p>
            <a:fld id="{462DACFC-355D-4675-8033-412203FFBB8E}" type="slidenum">
              <a:rPr lang="fi-FI" smtClean="0"/>
              <a:t>‹#›</a:t>
            </a:fld>
            <a:endParaRPr lang="fi-FI"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Otsikko ja pystysuora teksti">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smtClean="0"/>
              <a:t>Muokkaa perustyyl. napsautt.</a:t>
            </a:r>
            <a:endParaRPr lang="fi-FI"/>
          </a:p>
        </p:txBody>
      </p:sp>
      <p:sp>
        <p:nvSpPr>
          <p:cNvPr id="3" name="Pystysuoran tekstin paikkamerkki 2"/>
          <p:cNvSpPr>
            <a:spLocks noGrp="1"/>
          </p:cNvSpPr>
          <p:nvPr>
            <p:ph type="body" orient="vert" idx="1"/>
          </p:nvPr>
        </p:nvSpPr>
        <p:spPr/>
        <p:txBody>
          <a:bodyPr vert="eaVert"/>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4" name="Päivämäärän paikkamerkki 3"/>
          <p:cNvSpPr>
            <a:spLocks noGrp="1"/>
          </p:cNvSpPr>
          <p:nvPr>
            <p:ph type="dt" sz="half" idx="10"/>
          </p:nvPr>
        </p:nvSpPr>
        <p:spPr/>
        <p:txBody>
          <a:bodyPr/>
          <a:lstStyle/>
          <a:p>
            <a:fld id="{12528542-833B-490F-A2E7-8CA93ACE653C}" type="datetimeFigureOut">
              <a:rPr lang="fi-FI" smtClean="0"/>
              <a:t>10.5.2015</a:t>
            </a:fld>
            <a:endParaRPr lang="fi-FI" dirty="0"/>
          </a:p>
        </p:txBody>
      </p:sp>
      <p:sp>
        <p:nvSpPr>
          <p:cNvPr id="5" name="Alatunnisteen paikkamerkki 4"/>
          <p:cNvSpPr>
            <a:spLocks noGrp="1"/>
          </p:cNvSpPr>
          <p:nvPr>
            <p:ph type="ftr" sz="quarter" idx="11"/>
          </p:nvPr>
        </p:nvSpPr>
        <p:spPr/>
        <p:txBody>
          <a:bodyPr/>
          <a:lstStyle/>
          <a:p>
            <a:endParaRPr lang="fi-FI" dirty="0"/>
          </a:p>
        </p:txBody>
      </p:sp>
      <p:sp>
        <p:nvSpPr>
          <p:cNvPr id="6" name="Dian numeron paikkamerkki 5"/>
          <p:cNvSpPr>
            <a:spLocks noGrp="1"/>
          </p:cNvSpPr>
          <p:nvPr>
            <p:ph type="sldNum" sz="quarter" idx="12"/>
          </p:nvPr>
        </p:nvSpPr>
        <p:spPr/>
        <p:txBody>
          <a:bodyPr/>
          <a:lstStyle/>
          <a:p>
            <a:fld id="{462DACFC-355D-4675-8033-412203FFBB8E}" type="slidenum">
              <a:rPr lang="fi-FI" smtClean="0"/>
              <a:t>‹#›</a:t>
            </a:fld>
            <a:endParaRPr lang="fi-FI"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Pystysuora otsikko ja teksti">
    <p:spTree>
      <p:nvGrpSpPr>
        <p:cNvPr id="1" name=""/>
        <p:cNvGrpSpPr/>
        <p:nvPr/>
      </p:nvGrpSpPr>
      <p:grpSpPr>
        <a:xfrm>
          <a:off x="0" y="0"/>
          <a:ext cx="0" cy="0"/>
          <a:chOff x="0" y="0"/>
          <a:chExt cx="0" cy="0"/>
        </a:xfrm>
      </p:grpSpPr>
      <p:sp>
        <p:nvSpPr>
          <p:cNvPr id="2" name="Pystysuora otsikko 1"/>
          <p:cNvSpPr>
            <a:spLocks noGrp="1"/>
          </p:cNvSpPr>
          <p:nvPr>
            <p:ph type="title" orient="vert"/>
          </p:nvPr>
        </p:nvSpPr>
        <p:spPr>
          <a:xfrm>
            <a:off x="6629400" y="274638"/>
            <a:ext cx="2057400" cy="5851525"/>
          </a:xfrm>
        </p:spPr>
        <p:txBody>
          <a:bodyPr vert="eaVert"/>
          <a:lstStyle/>
          <a:p>
            <a:r>
              <a:rPr lang="fi-FI" smtClean="0"/>
              <a:t>Muokkaa perustyyl. napsautt.</a:t>
            </a:r>
            <a:endParaRPr lang="fi-FI"/>
          </a:p>
        </p:txBody>
      </p:sp>
      <p:sp>
        <p:nvSpPr>
          <p:cNvPr id="3" name="Pystysuoran tekstin paikkamerkki 2"/>
          <p:cNvSpPr>
            <a:spLocks noGrp="1"/>
          </p:cNvSpPr>
          <p:nvPr>
            <p:ph type="body" orient="vert" idx="1"/>
          </p:nvPr>
        </p:nvSpPr>
        <p:spPr>
          <a:xfrm>
            <a:off x="457200" y="274638"/>
            <a:ext cx="6019800" cy="5851525"/>
          </a:xfrm>
        </p:spPr>
        <p:txBody>
          <a:bodyPr vert="eaVert"/>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4" name="Päivämäärän paikkamerkki 3"/>
          <p:cNvSpPr>
            <a:spLocks noGrp="1"/>
          </p:cNvSpPr>
          <p:nvPr>
            <p:ph type="dt" sz="half" idx="10"/>
          </p:nvPr>
        </p:nvSpPr>
        <p:spPr/>
        <p:txBody>
          <a:bodyPr/>
          <a:lstStyle/>
          <a:p>
            <a:fld id="{12528542-833B-490F-A2E7-8CA93ACE653C}" type="datetimeFigureOut">
              <a:rPr lang="fi-FI" smtClean="0"/>
              <a:t>10.5.2015</a:t>
            </a:fld>
            <a:endParaRPr lang="fi-FI" dirty="0"/>
          </a:p>
        </p:txBody>
      </p:sp>
      <p:sp>
        <p:nvSpPr>
          <p:cNvPr id="5" name="Alatunnisteen paikkamerkki 4"/>
          <p:cNvSpPr>
            <a:spLocks noGrp="1"/>
          </p:cNvSpPr>
          <p:nvPr>
            <p:ph type="ftr" sz="quarter" idx="11"/>
          </p:nvPr>
        </p:nvSpPr>
        <p:spPr/>
        <p:txBody>
          <a:bodyPr/>
          <a:lstStyle/>
          <a:p>
            <a:endParaRPr lang="fi-FI" dirty="0"/>
          </a:p>
        </p:txBody>
      </p:sp>
      <p:sp>
        <p:nvSpPr>
          <p:cNvPr id="6" name="Dian numeron paikkamerkki 5"/>
          <p:cNvSpPr>
            <a:spLocks noGrp="1"/>
          </p:cNvSpPr>
          <p:nvPr>
            <p:ph type="sldNum" sz="quarter" idx="12"/>
          </p:nvPr>
        </p:nvSpPr>
        <p:spPr/>
        <p:txBody>
          <a:bodyPr/>
          <a:lstStyle/>
          <a:p>
            <a:fld id="{462DACFC-355D-4675-8033-412203FFBB8E}" type="slidenum">
              <a:rPr lang="fi-FI" smtClean="0"/>
              <a:t>‹#›</a:t>
            </a:fld>
            <a:endParaRPr lang="fi-FI"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3.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3.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40B6AE"/>
        </a:solidFill>
        <a:effectLst/>
      </p:bgPr>
    </p:bg>
    <p:spTree>
      <p:nvGrpSpPr>
        <p:cNvPr id="1" name=""/>
        <p:cNvGrpSpPr/>
        <p:nvPr/>
      </p:nvGrpSpPr>
      <p:grpSpPr>
        <a:xfrm>
          <a:off x="0" y="0"/>
          <a:ext cx="0" cy="0"/>
          <a:chOff x="0" y="0"/>
          <a:chExt cx="0" cy="0"/>
        </a:xfrm>
      </p:grpSpPr>
      <p:pic>
        <p:nvPicPr>
          <p:cNvPr id="8" name="Kuva 7" descr="cloud.png"/>
          <p:cNvPicPr>
            <a:picLocks noChangeAspect="1"/>
          </p:cNvPicPr>
          <p:nvPr/>
        </p:nvPicPr>
        <p:blipFill>
          <a:blip r:embed="rId12" cstate="print"/>
          <a:stretch>
            <a:fillRect/>
          </a:stretch>
        </p:blipFill>
        <p:spPr>
          <a:xfrm>
            <a:off x="-252536" y="4778077"/>
            <a:ext cx="2705100" cy="1819275"/>
          </a:xfrm>
          <a:prstGeom prst="rect">
            <a:avLst/>
          </a:prstGeom>
        </p:spPr>
      </p:pic>
      <p:sp>
        <p:nvSpPr>
          <p:cNvPr id="2" name="Otsikon paikkamerkki 1"/>
          <p:cNvSpPr>
            <a:spLocks noGrp="1"/>
          </p:cNvSpPr>
          <p:nvPr>
            <p:ph type="title"/>
          </p:nvPr>
        </p:nvSpPr>
        <p:spPr>
          <a:xfrm>
            <a:off x="457200" y="274638"/>
            <a:ext cx="6059016" cy="1143000"/>
          </a:xfrm>
          <a:prstGeom prst="rect">
            <a:avLst/>
          </a:prstGeom>
        </p:spPr>
        <p:txBody>
          <a:bodyPr vert="horz" lIns="91440" tIns="45720" rIns="91440" bIns="45720" rtlCol="0" anchor="ctr">
            <a:normAutofit/>
          </a:bodyPr>
          <a:lstStyle/>
          <a:p>
            <a:r>
              <a:rPr lang="fi-FI" dirty="0" smtClean="0"/>
              <a:t>Muokkaa </a:t>
            </a:r>
            <a:r>
              <a:rPr lang="fi-FI" dirty="0" err="1" smtClean="0"/>
              <a:t>perustyyl</a:t>
            </a:r>
            <a:r>
              <a:rPr lang="fi-FI" dirty="0" smtClean="0"/>
              <a:t>. </a:t>
            </a:r>
            <a:r>
              <a:rPr lang="fi-FI" dirty="0" err="1" smtClean="0"/>
              <a:t>napsautt</a:t>
            </a:r>
            <a:r>
              <a:rPr lang="fi-FI" dirty="0" smtClean="0"/>
              <a:t>.</a:t>
            </a:r>
            <a:endParaRPr lang="fi-FI" dirty="0"/>
          </a:p>
        </p:txBody>
      </p:sp>
      <p:sp>
        <p:nvSpPr>
          <p:cNvPr id="3" name="Tekstin paikkamerkki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fi-FI"/>
          </a:p>
        </p:txBody>
      </p:sp>
      <p:sp>
        <p:nvSpPr>
          <p:cNvPr id="4" name="Päivämäärän paikkamerkki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A3E524-6BC0-4787-95C5-C72B8592B78C}" type="datetimeFigureOut">
              <a:rPr lang="fi-FI" smtClean="0"/>
              <a:pPr/>
              <a:t>10.5.2015</a:t>
            </a:fld>
            <a:endParaRPr lang="fi-FI" dirty="0"/>
          </a:p>
        </p:txBody>
      </p:sp>
      <p:sp>
        <p:nvSpPr>
          <p:cNvPr id="5" name="Alatunnisteen paikkamerkki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i-FI" dirty="0"/>
          </a:p>
        </p:txBody>
      </p:sp>
      <p:sp>
        <p:nvSpPr>
          <p:cNvPr id="6" name="Dian numeron paikkamerkki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632F54-FEF5-4C51-AD41-BCEAD3422049}" type="slidenum">
              <a:rPr lang="fi-FI" smtClean="0"/>
              <a:pPr/>
              <a:t>‹#›</a:t>
            </a:fld>
            <a:endParaRPr lang="fi-FI" dirty="0"/>
          </a:p>
        </p:txBody>
      </p:sp>
      <p:pic>
        <p:nvPicPr>
          <p:cNvPr id="7" name="Kuva 6" descr="city.png"/>
          <p:cNvPicPr>
            <a:picLocks noChangeAspect="1"/>
          </p:cNvPicPr>
          <p:nvPr/>
        </p:nvPicPr>
        <p:blipFill>
          <a:blip r:embed="rId13" cstate="print"/>
          <a:stretch>
            <a:fillRect/>
          </a:stretch>
        </p:blipFill>
        <p:spPr>
          <a:xfrm>
            <a:off x="0" y="5376624"/>
            <a:ext cx="9144000" cy="1508760"/>
          </a:xfrm>
          <a:prstGeom prst="rect">
            <a:avLst/>
          </a:prstGeom>
        </p:spPr>
      </p:pic>
      <p:pic>
        <p:nvPicPr>
          <p:cNvPr id="9" name="Kuva 8" descr="logo_bc.png"/>
          <p:cNvPicPr>
            <a:picLocks noChangeAspect="1"/>
          </p:cNvPicPr>
          <p:nvPr/>
        </p:nvPicPr>
        <p:blipFill>
          <a:blip r:embed="rId14" cstate="print"/>
          <a:stretch>
            <a:fillRect/>
          </a:stretch>
        </p:blipFill>
        <p:spPr>
          <a:xfrm>
            <a:off x="4067944" y="-323225"/>
            <a:ext cx="5687616" cy="3896241"/>
          </a:xfrm>
          <a:prstGeom prst="rect">
            <a:avLst/>
          </a:prstGeom>
        </p:spPr>
      </p:pic>
    </p:spTree>
  </p:cSld>
  <p:clrMap bg1="lt1" tx1="dk1" bg2="lt2" tx2="dk2" accent1="accent1" accent2="accent2" accent3="accent3" accent4="accent4" accent5="accent5" accent6="accent6" hlink="hlink" folHlink="folHlink"/>
  <p:sldLayoutIdLst>
    <p:sldLayoutId id="2147483651" r:id="rId1"/>
    <p:sldLayoutId id="2147483649"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bg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40B6AE"/>
        </a:solidFill>
        <a:effectLst/>
      </p:bgPr>
    </p:bg>
    <p:spTree>
      <p:nvGrpSpPr>
        <p:cNvPr id="1" name=""/>
        <p:cNvGrpSpPr/>
        <p:nvPr/>
      </p:nvGrpSpPr>
      <p:grpSpPr>
        <a:xfrm>
          <a:off x="0" y="0"/>
          <a:ext cx="0" cy="0"/>
          <a:chOff x="0" y="0"/>
          <a:chExt cx="0" cy="0"/>
        </a:xfrm>
      </p:grpSpPr>
      <p:sp>
        <p:nvSpPr>
          <p:cNvPr id="2" name="Otsikon paikkamerkki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i-FI" dirty="0" smtClean="0"/>
              <a:t>Muokkaa </a:t>
            </a:r>
            <a:r>
              <a:rPr lang="fi-FI" dirty="0" err="1" smtClean="0"/>
              <a:t>perustyyl</a:t>
            </a:r>
            <a:r>
              <a:rPr lang="fi-FI" dirty="0" smtClean="0"/>
              <a:t>. </a:t>
            </a:r>
            <a:r>
              <a:rPr lang="fi-FI" dirty="0" err="1" smtClean="0"/>
              <a:t>napsautt</a:t>
            </a:r>
            <a:r>
              <a:rPr lang="fi-FI" dirty="0" smtClean="0"/>
              <a:t>.</a:t>
            </a:r>
            <a:endParaRPr lang="fi-FI" dirty="0"/>
          </a:p>
        </p:txBody>
      </p:sp>
      <p:sp>
        <p:nvSpPr>
          <p:cNvPr id="3" name="Tekstin paikkamerkki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i-FI" dirty="0" smtClean="0"/>
              <a:t>Muokkaa tekstin perustyylejä napsauttamalla</a:t>
            </a:r>
          </a:p>
          <a:p>
            <a:pPr lvl="1"/>
            <a:r>
              <a:rPr lang="fi-FI" dirty="0" smtClean="0"/>
              <a:t>toinen taso</a:t>
            </a:r>
          </a:p>
          <a:p>
            <a:pPr lvl="2"/>
            <a:r>
              <a:rPr lang="fi-FI" dirty="0" smtClean="0"/>
              <a:t>kolmas taso</a:t>
            </a:r>
          </a:p>
          <a:p>
            <a:pPr lvl="3"/>
            <a:r>
              <a:rPr lang="fi-FI" dirty="0" smtClean="0"/>
              <a:t>neljäs taso</a:t>
            </a:r>
          </a:p>
          <a:p>
            <a:pPr lvl="4"/>
            <a:r>
              <a:rPr lang="fi-FI" dirty="0" smtClean="0"/>
              <a:t>viides taso</a:t>
            </a:r>
            <a:endParaRPr lang="fi-FI" dirty="0"/>
          </a:p>
        </p:txBody>
      </p:sp>
      <p:sp>
        <p:nvSpPr>
          <p:cNvPr id="4" name="Päivämäärän paikkamerkki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8EE37C-AC12-4BDA-B7AE-D0C3DB4B341E}" type="datetimeFigureOut">
              <a:rPr lang="fi-FI" smtClean="0"/>
              <a:pPr/>
              <a:t>10.5.2015</a:t>
            </a:fld>
            <a:endParaRPr lang="fi-FI" dirty="0"/>
          </a:p>
        </p:txBody>
      </p:sp>
      <p:sp>
        <p:nvSpPr>
          <p:cNvPr id="5" name="Alatunnisteen paikkamerkki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i-FI" dirty="0"/>
          </a:p>
        </p:txBody>
      </p:sp>
      <p:sp>
        <p:nvSpPr>
          <p:cNvPr id="6" name="Dian numeron paikkamerkki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B6CCA3-C34D-4E21-BA24-327A65CEE13D}" type="slidenum">
              <a:rPr lang="fi-FI" smtClean="0"/>
              <a:pPr/>
              <a:t>‹#›</a:t>
            </a:fld>
            <a:endParaRPr lang="fi-FI" dirty="0"/>
          </a:p>
        </p:txBody>
      </p:sp>
      <p:pic>
        <p:nvPicPr>
          <p:cNvPr id="7" name="Kuva 6" descr="logo_bc.png"/>
          <p:cNvPicPr>
            <a:picLocks noChangeAspect="1"/>
          </p:cNvPicPr>
          <p:nvPr/>
        </p:nvPicPr>
        <p:blipFill>
          <a:blip r:embed="rId14" cstate="print"/>
          <a:stretch>
            <a:fillRect/>
          </a:stretch>
        </p:blipFill>
        <p:spPr>
          <a:xfrm>
            <a:off x="5796136" y="-243408"/>
            <a:ext cx="3815408" cy="2613705"/>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Otsikon paikkamerkki 1"/>
          <p:cNvSpPr>
            <a:spLocks noGrp="1"/>
          </p:cNvSpPr>
          <p:nvPr>
            <p:ph type="title"/>
          </p:nvPr>
        </p:nvSpPr>
        <p:spPr>
          <a:xfrm>
            <a:off x="457200" y="274638"/>
            <a:ext cx="6779096" cy="1143000"/>
          </a:xfrm>
          <a:prstGeom prst="rect">
            <a:avLst/>
          </a:prstGeom>
        </p:spPr>
        <p:txBody>
          <a:bodyPr vert="horz" lIns="91440" tIns="45720" rIns="91440" bIns="45720" rtlCol="0" anchor="ctr">
            <a:normAutofit/>
          </a:bodyPr>
          <a:lstStyle/>
          <a:p>
            <a:r>
              <a:rPr lang="fi-FI" smtClean="0"/>
              <a:t>Muokkaa perustyyl. napsautt.</a:t>
            </a:r>
            <a:endParaRPr lang="fi-FI"/>
          </a:p>
        </p:txBody>
      </p:sp>
      <p:sp>
        <p:nvSpPr>
          <p:cNvPr id="3" name="Tekstin paikkamerkki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i-FI" dirty="0" smtClean="0"/>
              <a:t>Muokkaa tekstin perustyylejä napsauttamalla</a:t>
            </a:r>
          </a:p>
          <a:p>
            <a:pPr lvl="1"/>
            <a:r>
              <a:rPr lang="fi-FI" dirty="0" smtClean="0"/>
              <a:t>toinen taso</a:t>
            </a:r>
          </a:p>
          <a:p>
            <a:pPr lvl="2"/>
            <a:r>
              <a:rPr lang="fi-FI" dirty="0" smtClean="0"/>
              <a:t>kolmas taso</a:t>
            </a:r>
          </a:p>
          <a:p>
            <a:pPr lvl="3"/>
            <a:r>
              <a:rPr lang="fi-FI" dirty="0" smtClean="0"/>
              <a:t>neljäs taso</a:t>
            </a:r>
          </a:p>
          <a:p>
            <a:pPr lvl="4"/>
            <a:r>
              <a:rPr lang="fi-FI" dirty="0" smtClean="0"/>
              <a:t>viides taso</a:t>
            </a:r>
            <a:endParaRPr lang="fi-FI" dirty="0"/>
          </a:p>
        </p:txBody>
      </p:sp>
      <p:sp>
        <p:nvSpPr>
          <p:cNvPr id="4" name="Päivämäärän paikkamerkki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528542-833B-490F-A2E7-8CA93ACE653C}" type="datetimeFigureOut">
              <a:rPr lang="fi-FI" smtClean="0"/>
              <a:t>10.5.2015</a:t>
            </a:fld>
            <a:endParaRPr lang="fi-FI" dirty="0"/>
          </a:p>
        </p:txBody>
      </p:sp>
      <p:sp>
        <p:nvSpPr>
          <p:cNvPr id="5" name="Alatunnisteen paikkamerkki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i-FI" dirty="0"/>
          </a:p>
        </p:txBody>
      </p:sp>
      <p:sp>
        <p:nvSpPr>
          <p:cNvPr id="6" name="Dian numeron paikkamerkki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2DACFC-355D-4675-8033-412203FFBB8E}" type="slidenum">
              <a:rPr lang="fi-FI" smtClean="0"/>
              <a:t>‹#›</a:t>
            </a:fld>
            <a:endParaRPr lang="fi-FI" dirty="0"/>
          </a:p>
        </p:txBody>
      </p:sp>
      <p:pic>
        <p:nvPicPr>
          <p:cNvPr id="8" name="Kuva 7" descr="logo_bc.png"/>
          <p:cNvPicPr>
            <a:picLocks noChangeAspect="1"/>
          </p:cNvPicPr>
          <p:nvPr/>
        </p:nvPicPr>
        <p:blipFill>
          <a:blip r:embed="rId13" cstate="print"/>
          <a:stretch>
            <a:fillRect/>
          </a:stretch>
        </p:blipFill>
        <p:spPr>
          <a:xfrm>
            <a:off x="5796136" y="-243408"/>
            <a:ext cx="3815408" cy="2613705"/>
          </a:xfrm>
          <a:prstGeom prst="rect">
            <a:avLst/>
          </a:prstGeom>
        </p:spPr>
      </p:pic>
      <p:pic>
        <p:nvPicPr>
          <p:cNvPr id="9" name="Kuva 8" descr="city.png"/>
          <p:cNvPicPr>
            <a:picLocks noChangeAspect="1"/>
          </p:cNvPicPr>
          <p:nvPr/>
        </p:nvPicPr>
        <p:blipFill>
          <a:blip r:embed="rId14" cstate="print"/>
          <a:stretch>
            <a:fillRect/>
          </a:stretch>
        </p:blipFill>
        <p:spPr>
          <a:xfrm>
            <a:off x="0" y="5376624"/>
            <a:ext cx="9144000" cy="1508760"/>
          </a:xfrm>
          <a:prstGeom prst="rect">
            <a:avLst/>
          </a:prstGeom>
        </p:spPr>
      </p:pic>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spcBef>
          <a:spcPct val="0"/>
        </a:spcBef>
        <a:buNone/>
        <a:defRPr sz="4400" b="1" kern="1200">
          <a:solidFill>
            <a:schemeClr val="bg2">
              <a:lumMod val="25000"/>
            </a:schemeClr>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bg2">
              <a:lumMod val="2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2">
              <a:lumMod val="2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2">
              <a:lumMod val="2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2">
              <a:lumMod val="2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2">
              <a:lumMod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Suorakulmio 9"/>
          <p:cNvSpPr/>
          <p:nvPr/>
        </p:nvSpPr>
        <p:spPr>
          <a:xfrm>
            <a:off x="0" y="0"/>
            <a:ext cx="9144000" cy="1196752"/>
          </a:xfrm>
          <a:prstGeom prst="rect">
            <a:avLst/>
          </a:prstGeom>
          <a:solidFill>
            <a:srgbClr val="52C2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dirty="0"/>
          </a:p>
        </p:txBody>
      </p:sp>
      <p:sp>
        <p:nvSpPr>
          <p:cNvPr id="2" name="Otsikon paikkamerkki 1"/>
          <p:cNvSpPr>
            <a:spLocks noGrp="1"/>
          </p:cNvSpPr>
          <p:nvPr>
            <p:ph type="title"/>
          </p:nvPr>
        </p:nvSpPr>
        <p:spPr>
          <a:xfrm>
            <a:off x="1321296" y="44624"/>
            <a:ext cx="5987008" cy="1143000"/>
          </a:xfrm>
          <a:prstGeom prst="rect">
            <a:avLst/>
          </a:prstGeom>
        </p:spPr>
        <p:txBody>
          <a:bodyPr vert="horz" lIns="91440" tIns="45720" rIns="91440" bIns="45720" rtlCol="0" anchor="ctr">
            <a:noAutofit/>
          </a:bodyPr>
          <a:lstStyle/>
          <a:p>
            <a:r>
              <a:rPr lang="fi-FI" dirty="0" smtClean="0"/>
              <a:t>Muokkaa </a:t>
            </a:r>
            <a:r>
              <a:rPr lang="fi-FI" dirty="0" err="1" smtClean="0"/>
              <a:t>perustyyl</a:t>
            </a:r>
            <a:r>
              <a:rPr lang="fi-FI" dirty="0" smtClean="0"/>
              <a:t>. </a:t>
            </a:r>
            <a:r>
              <a:rPr lang="fi-FI" dirty="0" err="1" smtClean="0"/>
              <a:t>napsautt</a:t>
            </a:r>
            <a:r>
              <a:rPr lang="fi-FI" dirty="0" smtClean="0"/>
              <a:t>.</a:t>
            </a:r>
            <a:endParaRPr lang="fi-FI" dirty="0"/>
          </a:p>
        </p:txBody>
      </p:sp>
      <p:sp>
        <p:nvSpPr>
          <p:cNvPr id="3" name="Tekstin paikkamerkki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i-FI" dirty="0" smtClean="0"/>
              <a:t>Muokkaa tekstin perustyylejä napsauttamalla</a:t>
            </a:r>
          </a:p>
          <a:p>
            <a:pPr lvl="1"/>
            <a:r>
              <a:rPr lang="fi-FI" dirty="0" smtClean="0"/>
              <a:t>toinen taso</a:t>
            </a:r>
          </a:p>
          <a:p>
            <a:pPr lvl="2"/>
            <a:r>
              <a:rPr lang="fi-FI" dirty="0" smtClean="0"/>
              <a:t>kolmas taso</a:t>
            </a:r>
          </a:p>
          <a:p>
            <a:pPr lvl="3"/>
            <a:r>
              <a:rPr lang="fi-FI" dirty="0" smtClean="0"/>
              <a:t>neljäs taso</a:t>
            </a:r>
          </a:p>
          <a:p>
            <a:pPr lvl="4"/>
            <a:r>
              <a:rPr lang="fi-FI" dirty="0" smtClean="0"/>
              <a:t>viides taso</a:t>
            </a:r>
            <a:endParaRPr lang="fi-FI" dirty="0"/>
          </a:p>
        </p:txBody>
      </p:sp>
      <p:sp>
        <p:nvSpPr>
          <p:cNvPr id="4" name="Päivämäärän paikkamerkki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528542-833B-490F-A2E7-8CA93ACE653C}" type="datetimeFigureOut">
              <a:rPr lang="fi-FI" smtClean="0"/>
              <a:t>10.5.2015</a:t>
            </a:fld>
            <a:endParaRPr lang="fi-FI" dirty="0"/>
          </a:p>
        </p:txBody>
      </p:sp>
      <p:sp>
        <p:nvSpPr>
          <p:cNvPr id="5" name="Alatunnisteen paikkamerkki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i-FI" dirty="0"/>
          </a:p>
        </p:txBody>
      </p:sp>
      <p:sp>
        <p:nvSpPr>
          <p:cNvPr id="6" name="Dian numeron paikkamerkki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2DACFC-355D-4675-8033-412203FFBB8E}" type="slidenum">
              <a:rPr lang="fi-FI" smtClean="0"/>
              <a:t>‹#›</a:t>
            </a:fld>
            <a:endParaRPr lang="fi-FI" dirty="0"/>
          </a:p>
        </p:txBody>
      </p:sp>
      <p:pic>
        <p:nvPicPr>
          <p:cNvPr id="8" name="Kuva 7" descr="logo_bc.png"/>
          <p:cNvPicPr>
            <a:picLocks noChangeAspect="1"/>
          </p:cNvPicPr>
          <p:nvPr/>
        </p:nvPicPr>
        <p:blipFill>
          <a:blip r:embed="rId13" cstate="print"/>
          <a:stretch>
            <a:fillRect/>
          </a:stretch>
        </p:blipFill>
        <p:spPr>
          <a:xfrm>
            <a:off x="5796136" y="-243408"/>
            <a:ext cx="3815408" cy="2613705"/>
          </a:xfrm>
          <a:prstGeom prst="rect">
            <a:avLst/>
          </a:prstGeom>
        </p:spPr>
      </p:pic>
      <p:sp>
        <p:nvSpPr>
          <p:cNvPr id="11" name="Suorakulmio 10"/>
          <p:cNvSpPr/>
          <p:nvPr/>
        </p:nvSpPr>
        <p:spPr>
          <a:xfrm>
            <a:off x="0" y="6696744"/>
            <a:ext cx="9144000" cy="18864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dirty="0"/>
          </a:p>
        </p:txBody>
      </p:sp>
      <p:pic>
        <p:nvPicPr>
          <p:cNvPr id="12" name="Kuva 11" descr="cloud.png"/>
          <p:cNvPicPr>
            <a:picLocks noChangeAspect="1"/>
          </p:cNvPicPr>
          <p:nvPr/>
        </p:nvPicPr>
        <p:blipFill>
          <a:blip r:embed="rId14" cstate="print"/>
          <a:stretch>
            <a:fillRect/>
          </a:stretch>
        </p:blipFill>
        <p:spPr>
          <a:xfrm>
            <a:off x="0" y="116632"/>
            <a:ext cx="1656184" cy="1113842"/>
          </a:xfrm>
          <a:prstGeom prst="rect">
            <a:avLst/>
          </a:prstGeom>
        </p:spPr>
      </p:pic>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ctr" defTabSz="914400" rtl="0" eaLnBrk="1" latinLnBrk="0" hangingPunct="1">
        <a:spcBef>
          <a:spcPct val="0"/>
        </a:spcBef>
        <a:buNone/>
        <a:defRPr sz="4000" b="1"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bg2">
              <a:lumMod val="2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2">
              <a:lumMod val="2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2">
              <a:lumMod val="2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2">
              <a:lumMod val="2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2">
              <a:lumMod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urvivingcrm.com/" TargetMode="External"/><Relationship Id="rId2" Type="http://schemas.openxmlformats.org/officeDocument/2006/relationships/hyperlink" Target="http://bit.ly/crm15salesprocess" TargetMode="Externa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3" Type="http://schemas.openxmlformats.org/officeDocument/2006/relationships/hyperlink" Target="http://survivingcrm.com/" TargetMode="External"/><Relationship Id="rId2" Type="http://schemas.openxmlformats.org/officeDocument/2006/relationships/hyperlink" Target="http://www.digitalillustrated.com/" TargetMode="External"/><Relationship Id="rId1" Type="http://schemas.openxmlformats.org/officeDocument/2006/relationships/slideLayout" Target="../slideLayouts/slideLayout35.xml"/><Relationship Id="rId5" Type="http://schemas.openxmlformats.org/officeDocument/2006/relationships/image" Target="../media/image4.jpg"/><Relationship Id="rId4" Type="http://schemas.openxmlformats.org/officeDocument/2006/relationships/hyperlink" Target="https://twitter.com/jukkan"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9.xml"/><Relationship Id="rId4" Type="http://schemas.openxmlformats.org/officeDocument/2006/relationships/hyperlink" Target="http://support.microsoft.com/en-us/kb/2808201"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9.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9.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9.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9.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9.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9.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9.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9.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9.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9.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9.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twitter.com/jukkan" TargetMode="External"/><Relationship Id="rId2" Type="http://schemas.openxmlformats.org/officeDocument/2006/relationships/hyperlink" Target="http://survivingcrm.com/" TargetMode="External"/><Relationship Id="rId1" Type="http://schemas.openxmlformats.org/officeDocument/2006/relationships/slideLayout" Target="../slideLayouts/slideLayout35.xml"/><Relationship Id="rId4" Type="http://schemas.openxmlformats.org/officeDocument/2006/relationships/hyperlink" Target="http://msdynamicsworld.com/webcast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ctrTitle"/>
          </p:nvPr>
        </p:nvSpPr>
        <p:spPr>
          <a:xfrm>
            <a:off x="685800" y="2133600"/>
            <a:ext cx="7772400" cy="2362200"/>
          </a:xfrm>
        </p:spPr>
        <p:txBody>
          <a:bodyPr>
            <a:normAutofit fontScale="90000"/>
          </a:bodyPr>
          <a:lstStyle/>
          <a:p>
            <a:r>
              <a:rPr lang="en-US" dirty="0"/>
              <a:t>A Non-Developer's Guide </a:t>
            </a:r>
            <a:r>
              <a:rPr lang="en-US" dirty="0" smtClean="0"/>
              <a:t>to</a:t>
            </a:r>
            <a:br>
              <a:rPr lang="en-US" dirty="0" smtClean="0"/>
            </a:br>
            <a:r>
              <a:rPr lang="en-US" dirty="0" smtClean="0"/>
              <a:t>Smarter </a:t>
            </a:r>
            <a:r>
              <a:rPr lang="en-US" dirty="0"/>
              <a:t>Sales Processes </a:t>
            </a:r>
            <a:r>
              <a:rPr lang="en-US" dirty="0" smtClean="0"/>
              <a:t>in</a:t>
            </a:r>
            <a:br>
              <a:rPr lang="en-US" dirty="0" smtClean="0"/>
            </a:br>
            <a:r>
              <a:rPr lang="en-US" dirty="0" smtClean="0"/>
              <a:t>Microsoft </a:t>
            </a:r>
            <a:r>
              <a:rPr lang="en-US" dirty="0"/>
              <a:t>Dynamics CRM </a:t>
            </a:r>
            <a:r>
              <a:rPr lang="en-US" dirty="0" smtClean="0"/>
              <a:t>2015</a:t>
            </a:r>
            <a:br>
              <a:rPr lang="en-US" dirty="0" smtClean="0"/>
            </a:br>
            <a:r>
              <a:rPr lang="en-US" dirty="0"/>
              <a:t>-</a:t>
            </a:r>
            <a:r>
              <a:rPr lang="en-US" dirty="0" smtClean="0"/>
              <a:t/>
            </a:r>
            <a:br>
              <a:rPr lang="en-US" dirty="0" smtClean="0"/>
            </a:br>
            <a:r>
              <a:rPr lang="en-US" b="1" dirty="0" smtClean="0"/>
              <a:t>Part 1: Lead Qualification</a:t>
            </a:r>
            <a:r>
              <a:rPr lang="en-US" b="1" dirty="0" smtClean="0"/>
              <a:t/>
            </a:r>
            <a:br>
              <a:rPr lang="en-US" b="1" dirty="0" smtClean="0"/>
            </a:br>
            <a:endParaRPr lang="fi-FI" b="1" dirty="0"/>
          </a:p>
        </p:txBody>
      </p:sp>
      <p:sp>
        <p:nvSpPr>
          <p:cNvPr id="3" name="Alaotsikko 2"/>
          <p:cNvSpPr>
            <a:spLocks noGrp="1"/>
          </p:cNvSpPr>
          <p:nvPr>
            <p:ph type="subTitle" idx="1"/>
          </p:nvPr>
        </p:nvSpPr>
        <p:spPr>
          <a:xfrm>
            <a:off x="1371600" y="4572000"/>
            <a:ext cx="6400800" cy="825624"/>
          </a:xfrm>
        </p:spPr>
        <p:txBody>
          <a:bodyPr>
            <a:normAutofit fontScale="77500" lnSpcReduction="20000"/>
          </a:bodyPr>
          <a:lstStyle/>
          <a:p>
            <a:r>
              <a:rPr lang="fi-FI" dirty="0" smtClean="0"/>
              <a:t>Jukka Niiranen</a:t>
            </a:r>
          </a:p>
          <a:p>
            <a:r>
              <a:rPr lang="fi-FI" dirty="0" smtClean="0"/>
              <a:t>2015-05-06</a:t>
            </a:r>
            <a:endParaRPr lang="fi-FI"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About This </a:t>
            </a:r>
            <a:r>
              <a:rPr lang="fi-FI" dirty="0"/>
              <a:t>P</a:t>
            </a:r>
            <a:r>
              <a:rPr lang="fi-FI" dirty="0" smtClean="0"/>
              <a:t>resentation</a:t>
            </a:r>
            <a:endParaRPr lang="en-US" dirty="0"/>
          </a:p>
        </p:txBody>
      </p:sp>
      <p:sp>
        <p:nvSpPr>
          <p:cNvPr id="3" name="Content Placeholder 2"/>
          <p:cNvSpPr>
            <a:spLocks noGrp="1"/>
          </p:cNvSpPr>
          <p:nvPr>
            <p:ph idx="1"/>
          </p:nvPr>
        </p:nvSpPr>
        <p:spPr/>
        <p:txBody>
          <a:bodyPr/>
          <a:lstStyle/>
          <a:p>
            <a:r>
              <a:rPr lang="fi-FI" dirty="0" smtClean="0"/>
              <a:t>These are the slides from a live webcast on MSDynamicsWorld.com, presented on May 6th 2015</a:t>
            </a:r>
          </a:p>
          <a:p>
            <a:r>
              <a:rPr lang="fi-FI" dirty="0" smtClean="0"/>
              <a:t>The webcast recording is available on </a:t>
            </a:r>
            <a:r>
              <a:rPr lang="fi-FI" dirty="0"/>
              <a:t>YouTube: </a:t>
            </a:r>
            <a:r>
              <a:rPr lang="fi-FI" dirty="0">
                <a:hlinkClick r:id="rId2"/>
              </a:rPr>
              <a:t>http://</a:t>
            </a:r>
            <a:r>
              <a:rPr lang="fi-FI" dirty="0" smtClean="0">
                <a:hlinkClick r:id="rId2"/>
              </a:rPr>
              <a:t>bit.ly/crm15salesprocess</a:t>
            </a:r>
            <a:r>
              <a:rPr lang="fi-FI" dirty="0" smtClean="0"/>
              <a:t> </a:t>
            </a:r>
          </a:p>
          <a:p>
            <a:r>
              <a:rPr lang="fi-FI" dirty="0"/>
              <a:t>The topics are covered in more detail in blog posts at </a:t>
            </a:r>
            <a:r>
              <a:rPr lang="fi-FI" dirty="0">
                <a:hlinkClick r:id="rId3"/>
              </a:rPr>
              <a:t>http://survivingcrm.com</a:t>
            </a:r>
            <a:r>
              <a:rPr lang="fi-FI" dirty="0" smtClean="0">
                <a:hlinkClick r:id="rId3"/>
              </a:rPr>
              <a:t>/</a:t>
            </a:r>
            <a:r>
              <a:rPr lang="fi-FI" dirty="0" smtClean="0"/>
              <a:t> </a:t>
            </a:r>
            <a:endParaRPr lang="en-US" dirty="0"/>
          </a:p>
        </p:txBody>
      </p:sp>
    </p:spTree>
    <p:extLst>
      <p:ext uri="{BB962C8B-B14F-4D97-AF65-F5344CB8AC3E}">
        <p14:creationId xmlns:p14="http://schemas.microsoft.com/office/powerpoint/2010/main" val="4114544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About </a:t>
            </a:r>
            <a:r>
              <a:rPr lang="fi-FI" dirty="0" smtClean="0"/>
              <a:t>Me</a:t>
            </a:r>
            <a:endParaRPr lang="fi-FI" dirty="0"/>
          </a:p>
        </p:txBody>
      </p:sp>
      <p:sp>
        <p:nvSpPr>
          <p:cNvPr id="4" name="Content Placeholder 3"/>
          <p:cNvSpPr>
            <a:spLocks noGrp="1"/>
          </p:cNvSpPr>
          <p:nvPr>
            <p:ph idx="1"/>
          </p:nvPr>
        </p:nvSpPr>
        <p:spPr>
          <a:xfrm>
            <a:off x="457200" y="1600201"/>
            <a:ext cx="6477000" cy="4495800"/>
          </a:xfrm>
        </p:spPr>
        <p:txBody>
          <a:bodyPr>
            <a:normAutofit fontScale="85000" lnSpcReduction="10000"/>
          </a:bodyPr>
          <a:lstStyle/>
          <a:p>
            <a:r>
              <a:rPr lang="en-US" dirty="0"/>
              <a:t>Dynamics CRM consultant from </a:t>
            </a:r>
            <a:r>
              <a:rPr lang="en-US" dirty="0" smtClean="0"/>
              <a:t>Helsinki</a:t>
            </a:r>
          </a:p>
          <a:p>
            <a:r>
              <a:rPr lang="en-US" dirty="0" smtClean="0"/>
              <a:t>Working at </a:t>
            </a:r>
            <a:r>
              <a:rPr lang="en-US" dirty="0" smtClean="0">
                <a:hlinkClick r:id="rId2"/>
              </a:rPr>
              <a:t>Digital Illustrated Finland</a:t>
            </a:r>
            <a:endParaRPr lang="en-US" dirty="0"/>
          </a:p>
          <a:p>
            <a:r>
              <a:rPr lang="en-US" dirty="0" smtClean="0"/>
              <a:t>Dynamics CRM addict </a:t>
            </a:r>
            <a:r>
              <a:rPr lang="en-US" dirty="0"/>
              <a:t>since 2005</a:t>
            </a:r>
          </a:p>
          <a:p>
            <a:r>
              <a:rPr lang="en-US" dirty="0"/>
              <a:t>Frequent blogger &amp; #MSDYNCRM evangelist on social media</a:t>
            </a:r>
          </a:p>
          <a:p>
            <a:pPr lvl="1"/>
            <a:r>
              <a:rPr lang="en-US" dirty="0"/>
              <a:t>Blog: </a:t>
            </a:r>
            <a:r>
              <a:rPr lang="en-US" dirty="0" smtClean="0">
                <a:hlinkClick r:id="rId3"/>
              </a:rPr>
              <a:t>survivingcrm.com</a:t>
            </a:r>
            <a:endParaRPr lang="en-US" dirty="0"/>
          </a:p>
          <a:p>
            <a:pPr lvl="1"/>
            <a:r>
              <a:rPr lang="en-US" dirty="0">
                <a:hlinkClick r:id="rId4"/>
              </a:rPr>
              <a:t>@jukkan</a:t>
            </a:r>
            <a:r>
              <a:rPr lang="en-US" dirty="0"/>
              <a:t> on </a:t>
            </a:r>
            <a:r>
              <a:rPr lang="en-US" dirty="0" smtClean="0"/>
              <a:t>Twitter</a:t>
            </a:r>
          </a:p>
          <a:p>
            <a:r>
              <a:rPr lang="en-US" dirty="0" smtClean="0"/>
              <a:t>Microsoft </a:t>
            </a:r>
            <a:r>
              <a:rPr lang="en-US" dirty="0"/>
              <a:t>MVP </a:t>
            </a:r>
            <a:r>
              <a:rPr lang="en-US" dirty="0" smtClean="0"/>
              <a:t>since 2013</a:t>
            </a:r>
            <a:endParaRPr lang="en-US" dirty="0"/>
          </a:p>
          <a:p>
            <a:r>
              <a:rPr lang="en-US" dirty="0"/>
              <a:t>Focused on improving CRM solution usability &amp; information work </a:t>
            </a:r>
            <a:r>
              <a:rPr lang="en-US" dirty="0" smtClean="0"/>
              <a:t>efficiency</a:t>
            </a:r>
            <a:endParaRPr lang="en-US" dirty="0"/>
          </a:p>
        </p:txBody>
      </p:sp>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20310" y="1617518"/>
            <a:ext cx="1849296" cy="1849296"/>
          </a:xfrm>
          <a:prstGeom prst="rect">
            <a:avLst/>
          </a:prstGeom>
        </p:spPr>
      </p:pic>
      <p:sp>
        <p:nvSpPr>
          <p:cNvPr id="6" name="TextBox 5"/>
          <p:cNvSpPr txBox="1"/>
          <p:nvPr/>
        </p:nvSpPr>
        <p:spPr>
          <a:xfrm>
            <a:off x="6684818" y="3484132"/>
            <a:ext cx="2520280" cy="1015663"/>
          </a:xfrm>
          <a:prstGeom prst="rect">
            <a:avLst/>
          </a:prstGeom>
          <a:noFill/>
        </p:spPr>
        <p:txBody>
          <a:bodyPr wrap="square" rtlCol="0">
            <a:spAutoFit/>
          </a:bodyPr>
          <a:lstStyle/>
          <a:p>
            <a:pPr algn="ctr"/>
            <a:r>
              <a:rPr lang="fi-FI" dirty="0" smtClean="0"/>
              <a:t>Jukka Niiranen</a:t>
            </a:r>
          </a:p>
          <a:p>
            <a:pPr algn="ctr"/>
            <a:r>
              <a:rPr lang="fi-FI" sz="1400" dirty="0" smtClean="0">
                <a:hlinkClick r:id="rId4"/>
              </a:rPr>
              <a:t>@jukkan</a:t>
            </a:r>
            <a:endParaRPr lang="fi-FI" sz="1400" dirty="0" smtClean="0"/>
          </a:p>
          <a:p>
            <a:pPr algn="ctr"/>
            <a:r>
              <a:rPr lang="fi-FI" sz="1400" dirty="0" smtClean="0"/>
              <a:t>Consultant @ Digital Illustrated</a:t>
            </a:r>
          </a:p>
          <a:p>
            <a:pPr algn="ctr"/>
            <a:r>
              <a:rPr lang="fi-FI" sz="1400" dirty="0" smtClean="0"/>
              <a:t>Microsoft Dynamics CRM MVP</a:t>
            </a:r>
            <a:endParaRPr lang="en-US" sz="1400" dirty="0"/>
          </a:p>
        </p:txBody>
      </p:sp>
    </p:spTree>
    <p:extLst>
      <p:ext uri="{BB962C8B-B14F-4D97-AF65-F5344CB8AC3E}">
        <p14:creationId xmlns:p14="http://schemas.microsoft.com/office/powerpoint/2010/main" val="1418627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Customizing Dynamics CRM as a Non-Developer</a:t>
            </a:r>
            <a:endParaRPr lang="en-US" dirty="0"/>
          </a:p>
        </p:txBody>
      </p:sp>
      <p:sp>
        <p:nvSpPr>
          <p:cNvPr id="3" name="Content Placeholder 2"/>
          <p:cNvSpPr>
            <a:spLocks noGrp="1"/>
          </p:cNvSpPr>
          <p:nvPr>
            <p:ph idx="1"/>
          </p:nvPr>
        </p:nvSpPr>
        <p:spPr/>
        <p:txBody>
          <a:bodyPr>
            <a:normAutofit fontScale="92500" lnSpcReduction="20000"/>
          </a:bodyPr>
          <a:lstStyle/>
          <a:p>
            <a:r>
              <a:rPr lang="fi-FI" dirty="0"/>
              <a:t>Point &amp; click configuration/customization tools of Dynamics CRM have come a long way</a:t>
            </a:r>
          </a:p>
          <a:p>
            <a:r>
              <a:rPr lang="fi-FI" dirty="0"/>
              <a:t>The ratio of custom code vs. configuration in typical CRM solutions is decreasing</a:t>
            </a:r>
          </a:p>
          <a:p>
            <a:r>
              <a:rPr lang="fi-FI" dirty="0"/>
              <a:t>Solution delivery often requires the creative </a:t>
            </a:r>
            <a:r>
              <a:rPr lang="fi-FI" i="1" dirty="0"/>
              <a:t>combination</a:t>
            </a:r>
            <a:r>
              <a:rPr lang="fi-FI" dirty="0"/>
              <a:t> of several CRM configuration options</a:t>
            </a:r>
          </a:p>
          <a:p>
            <a:r>
              <a:rPr lang="fi-FI" dirty="0" smtClean="0"/>
              <a:t>The goal of this article series is to </a:t>
            </a:r>
            <a:r>
              <a:rPr lang="fi-FI" dirty="0"/>
              <a:t>demonstrate a few scenarios where such combinations are used for delivering new functionality for the CRM sales </a:t>
            </a:r>
            <a:r>
              <a:rPr lang="fi-FI" dirty="0" smtClean="0"/>
              <a:t>process</a:t>
            </a:r>
            <a:endParaRPr lang="fi-FI" dirty="0"/>
          </a:p>
        </p:txBody>
      </p:sp>
    </p:spTree>
    <p:extLst>
      <p:ext uri="{BB962C8B-B14F-4D97-AF65-F5344CB8AC3E}">
        <p14:creationId xmlns:p14="http://schemas.microsoft.com/office/powerpoint/2010/main" val="32062792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304800" y="1295400"/>
            <a:ext cx="2514600" cy="4419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t"/>
          <a:lstStyle/>
          <a:p>
            <a:pPr algn="ctr"/>
            <a:r>
              <a:rPr lang="fi-FI" dirty="0" smtClean="0"/>
              <a:t>Part 1</a:t>
            </a:r>
            <a:endParaRPr lang="en-US" dirty="0"/>
          </a:p>
        </p:txBody>
      </p:sp>
      <p:sp>
        <p:nvSpPr>
          <p:cNvPr id="2" name="Title 1"/>
          <p:cNvSpPr>
            <a:spLocks noGrp="1"/>
          </p:cNvSpPr>
          <p:nvPr>
            <p:ph type="title"/>
          </p:nvPr>
        </p:nvSpPr>
        <p:spPr/>
        <p:txBody>
          <a:bodyPr/>
          <a:lstStyle/>
          <a:p>
            <a:r>
              <a:rPr lang="fi-FI" dirty="0" smtClean="0"/>
              <a:t>Customization Scenarios </a:t>
            </a:r>
            <a:r>
              <a:rPr lang="fi-FI" dirty="0"/>
              <a:t>E</a:t>
            </a:r>
            <a:r>
              <a:rPr lang="fi-FI" dirty="0" smtClean="0"/>
              <a:t>xplored </a:t>
            </a:r>
            <a:r>
              <a:rPr lang="fi-FI" dirty="0" smtClean="0"/>
              <a:t>in This </a:t>
            </a:r>
            <a:r>
              <a:rPr lang="fi-FI" dirty="0"/>
              <a:t>S</a:t>
            </a:r>
            <a:r>
              <a:rPr lang="fi-FI" dirty="0" smtClean="0"/>
              <a:t>eries</a:t>
            </a:r>
            <a:endParaRPr lang="fi-FI"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58302557"/>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251794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i-FI" smtClean="0"/>
              <a:t>Lead Qualification</a:t>
            </a:r>
            <a:endParaRPr lang="fi-FI"/>
          </a:p>
        </p:txBody>
      </p:sp>
      <p:sp>
        <p:nvSpPr>
          <p:cNvPr id="3" name="Subtitle 2"/>
          <p:cNvSpPr>
            <a:spLocks noGrp="1"/>
          </p:cNvSpPr>
          <p:nvPr>
            <p:ph type="subTitle" idx="1"/>
          </p:nvPr>
        </p:nvSpPr>
        <p:spPr/>
        <p:txBody>
          <a:bodyPr/>
          <a:lstStyle/>
          <a:p>
            <a:endParaRPr lang="fi-FI"/>
          </a:p>
        </p:txBody>
      </p:sp>
    </p:spTree>
    <p:extLst>
      <p:ext uri="{BB962C8B-B14F-4D97-AF65-F5344CB8AC3E}">
        <p14:creationId xmlns:p14="http://schemas.microsoft.com/office/powerpoint/2010/main" val="25019682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mtClean="0"/>
              <a:t>The Problem</a:t>
            </a:r>
            <a:endParaRPr lang="en-US" dirty="0"/>
          </a:p>
        </p:txBody>
      </p:sp>
      <p:sp>
        <p:nvSpPr>
          <p:cNvPr id="3" name="Content Placeholder 2"/>
          <p:cNvSpPr>
            <a:spLocks noGrp="1"/>
          </p:cNvSpPr>
          <p:nvPr>
            <p:ph idx="1"/>
          </p:nvPr>
        </p:nvSpPr>
        <p:spPr/>
        <p:txBody>
          <a:bodyPr>
            <a:normAutofit fontScale="85000" lnSpcReduction="10000"/>
          </a:bodyPr>
          <a:lstStyle/>
          <a:p>
            <a:r>
              <a:rPr lang="fi-FI" dirty="0" smtClean="0"/>
              <a:t>In earlier versions of Dynamics CRM it was possible to qualify lead records into an account/contact only</a:t>
            </a:r>
          </a:p>
          <a:p>
            <a:r>
              <a:rPr lang="fi-FI" dirty="0" smtClean="0"/>
              <a:t>Starting from CRM 2013 the qualification process changed, together with the introduction of Business Process Flows (BPF)</a:t>
            </a:r>
          </a:p>
          <a:p>
            <a:r>
              <a:rPr lang="fi-FI" dirty="0" smtClean="0"/>
              <a:t>Now a qualified lead will always create an open opportunity into the sales pipeline</a:t>
            </a:r>
          </a:p>
          <a:p>
            <a:r>
              <a:rPr lang="fi-FI" dirty="0" smtClean="0"/>
              <a:t>There are many valid scenarios where leads shouldn’t directly be converted into an opportunity, but no option exists in CRM to configure this behavior</a:t>
            </a:r>
            <a:endParaRPr lang="en-US" dirty="0"/>
          </a:p>
        </p:txBody>
      </p:sp>
    </p:spTree>
    <p:extLst>
      <p:ext uri="{BB962C8B-B14F-4D97-AF65-F5344CB8AC3E}">
        <p14:creationId xmlns:p14="http://schemas.microsoft.com/office/powerpoint/2010/main" val="34557715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mtClean="0"/>
              <a:t>Old Lead </a:t>
            </a:r>
            <a:r>
              <a:rPr lang="fi-FI"/>
              <a:t>Q</a:t>
            </a:r>
            <a:r>
              <a:rPr lang="fi-FI" smtClean="0"/>
              <a:t>ualification </a:t>
            </a:r>
            <a:r>
              <a:rPr lang="fi-FI"/>
              <a:t>D</a:t>
            </a:r>
            <a:r>
              <a:rPr lang="fi-FI" smtClean="0"/>
              <a:t>ialog (before CRM 2013)</a:t>
            </a:r>
            <a:endParaRPr lang="fi-FI"/>
          </a:p>
        </p:txBody>
      </p:sp>
      <p:pic>
        <p:nvPicPr>
          <p:cNvPr id="3" name="Picture 2"/>
          <p:cNvPicPr>
            <a:picLocks noChangeAspect="1"/>
          </p:cNvPicPr>
          <p:nvPr/>
        </p:nvPicPr>
        <p:blipFill>
          <a:blip r:embed="rId2"/>
          <a:stretch>
            <a:fillRect/>
          </a:stretch>
        </p:blipFill>
        <p:spPr>
          <a:xfrm>
            <a:off x="2590800" y="1905000"/>
            <a:ext cx="4038095" cy="4038095"/>
          </a:xfrm>
          <a:prstGeom prst="rect">
            <a:avLst/>
          </a:prstGeom>
        </p:spPr>
      </p:pic>
    </p:spTree>
    <p:extLst>
      <p:ext uri="{BB962C8B-B14F-4D97-AF65-F5344CB8AC3E}">
        <p14:creationId xmlns:p14="http://schemas.microsoft.com/office/powerpoint/2010/main" val="1721925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mtClean="0"/>
              <a:t>The Big Switch</a:t>
            </a:r>
            <a:endParaRPr lang="fi-FI"/>
          </a:p>
        </p:txBody>
      </p:sp>
      <p:pic>
        <p:nvPicPr>
          <p:cNvPr id="3" name="Picture 2"/>
          <p:cNvPicPr>
            <a:picLocks noChangeAspect="1"/>
          </p:cNvPicPr>
          <p:nvPr/>
        </p:nvPicPr>
        <p:blipFill>
          <a:blip r:embed="rId2"/>
          <a:stretch>
            <a:fillRect/>
          </a:stretch>
        </p:blipFill>
        <p:spPr>
          <a:xfrm>
            <a:off x="838200" y="1295400"/>
            <a:ext cx="7523809" cy="2800000"/>
          </a:xfrm>
          <a:prstGeom prst="rect">
            <a:avLst/>
          </a:prstGeom>
        </p:spPr>
      </p:pic>
      <p:pic>
        <p:nvPicPr>
          <p:cNvPr id="4" name="Picture 3"/>
          <p:cNvPicPr>
            <a:picLocks noChangeAspect="1"/>
          </p:cNvPicPr>
          <p:nvPr/>
        </p:nvPicPr>
        <p:blipFill>
          <a:blip r:embed="rId3"/>
          <a:stretch>
            <a:fillRect/>
          </a:stretch>
        </p:blipFill>
        <p:spPr>
          <a:xfrm>
            <a:off x="838200" y="5638800"/>
            <a:ext cx="2828571" cy="780952"/>
          </a:xfrm>
          <a:prstGeom prst="rect">
            <a:avLst/>
          </a:prstGeom>
        </p:spPr>
      </p:pic>
      <p:sp>
        <p:nvSpPr>
          <p:cNvPr id="5" name="TextBox 4"/>
          <p:cNvSpPr txBox="1"/>
          <p:nvPr/>
        </p:nvSpPr>
        <p:spPr>
          <a:xfrm>
            <a:off x="838200" y="4095400"/>
            <a:ext cx="7523809" cy="1477328"/>
          </a:xfrm>
          <a:prstGeom prst="rect">
            <a:avLst/>
          </a:prstGeom>
          <a:noFill/>
        </p:spPr>
        <p:txBody>
          <a:bodyPr wrap="square" rtlCol="0">
            <a:spAutoFit/>
          </a:bodyPr>
          <a:lstStyle/>
          <a:p>
            <a:r>
              <a:rPr lang="en-US" i="1" smtClean="0"/>
              <a:t>“After </a:t>
            </a:r>
            <a:r>
              <a:rPr lang="en-US" i="1"/>
              <a:t>applying the latest Product Update related to the December 2012 Service Update for Microsoft Dynamics CRM Online, users may notice that the lead Qualify button no longer presents the Convert Lead dialog box. </a:t>
            </a:r>
            <a:r>
              <a:rPr lang="en-US" b="1" i="1"/>
              <a:t>This dialog box traditionally allowed users to choose the associated sales records to create during qualify, including Contact, Account, and Opportunity</a:t>
            </a:r>
            <a:r>
              <a:rPr lang="en-US" b="1" i="1" smtClean="0"/>
              <a:t>.”</a:t>
            </a:r>
            <a:endParaRPr lang="fi-FI" b="1" i="1"/>
          </a:p>
        </p:txBody>
      </p:sp>
      <p:sp>
        <p:nvSpPr>
          <p:cNvPr id="6" name="Rectangle 5"/>
          <p:cNvSpPr/>
          <p:nvPr/>
        </p:nvSpPr>
        <p:spPr>
          <a:xfrm>
            <a:off x="5791200" y="6419752"/>
            <a:ext cx="3260898" cy="276999"/>
          </a:xfrm>
          <a:prstGeom prst="rect">
            <a:avLst/>
          </a:prstGeom>
        </p:spPr>
        <p:txBody>
          <a:bodyPr wrap="square">
            <a:spAutoFit/>
          </a:bodyPr>
          <a:lstStyle/>
          <a:p>
            <a:pPr algn="r"/>
            <a:r>
              <a:rPr lang="fi-FI" sz="1200">
                <a:hlinkClick r:id="rId4"/>
              </a:rPr>
              <a:t>http://</a:t>
            </a:r>
            <a:r>
              <a:rPr lang="fi-FI" sz="1200" smtClean="0">
                <a:hlinkClick r:id="rId4"/>
              </a:rPr>
              <a:t>support.microsoft.com/en-us/kb/2808201</a:t>
            </a:r>
            <a:r>
              <a:rPr lang="fi-FI" sz="1200" smtClean="0"/>
              <a:t> </a:t>
            </a:r>
            <a:endParaRPr lang="fi-FI" sz="1200"/>
          </a:p>
        </p:txBody>
      </p:sp>
    </p:spTree>
    <p:extLst>
      <p:ext uri="{BB962C8B-B14F-4D97-AF65-F5344CB8AC3E}">
        <p14:creationId xmlns:p14="http://schemas.microsoft.com/office/powerpoint/2010/main" val="2067646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mtClean="0"/>
              <a:t>Step 1: Lead </a:t>
            </a:r>
            <a:r>
              <a:rPr lang="fi-FI"/>
              <a:t>D</a:t>
            </a:r>
            <a:r>
              <a:rPr lang="fi-FI" smtClean="0"/>
              <a:t>ata </a:t>
            </a:r>
            <a:r>
              <a:rPr lang="fi-FI"/>
              <a:t>E</a:t>
            </a:r>
            <a:r>
              <a:rPr lang="fi-FI" smtClean="0"/>
              <a:t>ntry</a:t>
            </a:r>
            <a:endParaRPr lang="fi-FI"/>
          </a:p>
        </p:txBody>
      </p:sp>
      <p:pic>
        <p:nvPicPr>
          <p:cNvPr id="3" name="Picture 2"/>
          <p:cNvPicPr>
            <a:picLocks noChangeAspect="1"/>
          </p:cNvPicPr>
          <p:nvPr/>
        </p:nvPicPr>
        <p:blipFill>
          <a:blip r:embed="rId2"/>
          <a:stretch>
            <a:fillRect/>
          </a:stretch>
        </p:blipFill>
        <p:spPr>
          <a:xfrm>
            <a:off x="0" y="1371600"/>
            <a:ext cx="9144000" cy="5274570"/>
          </a:xfrm>
          <a:prstGeom prst="rect">
            <a:avLst/>
          </a:prstGeom>
        </p:spPr>
      </p:pic>
    </p:spTree>
    <p:extLst>
      <p:ext uri="{BB962C8B-B14F-4D97-AF65-F5344CB8AC3E}">
        <p14:creationId xmlns:p14="http://schemas.microsoft.com/office/powerpoint/2010/main" val="2429696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mtClean="0"/>
              <a:t>Step 2: Lead </a:t>
            </a:r>
            <a:r>
              <a:rPr lang="fi-FI"/>
              <a:t>Q</a:t>
            </a:r>
            <a:r>
              <a:rPr lang="fi-FI" smtClean="0"/>
              <a:t>ualification</a:t>
            </a:r>
            <a:endParaRPr lang="fi-FI"/>
          </a:p>
        </p:txBody>
      </p:sp>
      <p:pic>
        <p:nvPicPr>
          <p:cNvPr id="3" name="Picture 2"/>
          <p:cNvPicPr>
            <a:picLocks noChangeAspect="1"/>
          </p:cNvPicPr>
          <p:nvPr/>
        </p:nvPicPr>
        <p:blipFill>
          <a:blip r:embed="rId2"/>
          <a:stretch>
            <a:fillRect/>
          </a:stretch>
        </p:blipFill>
        <p:spPr>
          <a:xfrm>
            <a:off x="0" y="1371600"/>
            <a:ext cx="9144000" cy="5274570"/>
          </a:xfrm>
          <a:prstGeom prst="rect">
            <a:avLst/>
          </a:prstGeom>
        </p:spPr>
      </p:pic>
    </p:spTree>
    <p:extLst>
      <p:ext uri="{BB962C8B-B14F-4D97-AF65-F5344CB8AC3E}">
        <p14:creationId xmlns:p14="http://schemas.microsoft.com/office/powerpoint/2010/main" val="3528669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mtClean="0"/>
              <a:t>Step 3: New </a:t>
            </a:r>
            <a:r>
              <a:rPr lang="fi-FI"/>
              <a:t>O</a:t>
            </a:r>
            <a:r>
              <a:rPr lang="fi-FI" smtClean="0"/>
              <a:t>pportunity</a:t>
            </a:r>
            <a:endParaRPr lang="fi-FI"/>
          </a:p>
        </p:txBody>
      </p:sp>
      <p:pic>
        <p:nvPicPr>
          <p:cNvPr id="3" name="Picture 2"/>
          <p:cNvPicPr>
            <a:picLocks noChangeAspect="1"/>
          </p:cNvPicPr>
          <p:nvPr/>
        </p:nvPicPr>
        <p:blipFill>
          <a:blip r:embed="rId2"/>
          <a:stretch>
            <a:fillRect/>
          </a:stretch>
        </p:blipFill>
        <p:spPr>
          <a:xfrm>
            <a:off x="0" y="1371600"/>
            <a:ext cx="9144000" cy="5274570"/>
          </a:xfrm>
          <a:prstGeom prst="rect">
            <a:avLst/>
          </a:prstGeom>
        </p:spPr>
      </p:pic>
    </p:spTree>
    <p:extLst>
      <p:ext uri="{BB962C8B-B14F-4D97-AF65-F5344CB8AC3E}">
        <p14:creationId xmlns:p14="http://schemas.microsoft.com/office/powerpoint/2010/main" val="1076938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mtClean="0"/>
              <a:t>The Solution</a:t>
            </a:r>
            <a:endParaRPr lang="en-US" dirty="0"/>
          </a:p>
        </p:txBody>
      </p:sp>
      <p:sp>
        <p:nvSpPr>
          <p:cNvPr id="3" name="Content Placeholder 2"/>
          <p:cNvSpPr>
            <a:spLocks noGrp="1"/>
          </p:cNvSpPr>
          <p:nvPr>
            <p:ph idx="1"/>
          </p:nvPr>
        </p:nvSpPr>
        <p:spPr/>
        <p:txBody>
          <a:bodyPr>
            <a:normAutofit fontScale="92500" lnSpcReduction="10000"/>
          </a:bodyPr>
          <a:lstStyle/>
          <a:p>
            <a:r>
              <a:rPr lang="fi-FI" dirty="0" smtClean="0"/>
              <a:t>Functionality delivered:</a:t>
            </a:r>
          </a:p>
          <a:p>
            <a:pPr lvl="1"/>
            <a:r>
              <a:rPr lang="fi-FI" dirty="0" smtClean="0"/>
              <a:t>Ability to qualify a lead as an influencer, without creating a new opportunity record</a:t>
            </a:r>
          </a:p>
          <a:p>
            <a:pPr lvl="1"/>
            <a:r>
              <a:rPr lang="fi-FI" dirty="0" smtClean="0"/>
              <a:t>Ability to associate the qualified lead with an existing opportunity record</a:t>
            </a:r>
          </a:p>
          <a:p>
            <a:r>
              <a:rPr lang="fi-FI" dirty="0" smtClean="0"/>
              <a:t>Components used:</a:t>
            </a:r>
          </a:p>
          <a:p>
            <a:pPr lvl="1"/>
            <a:r>
              <a:rPr lang="fi-FI" dirty="0" smtClean="0"/>
              <a:t>Branching Business Process Flow</a:t>
            </a:r>
          </a:p>
          <a:p>
            <a:pPr lvl="1"/>
            <a:r>
              <a:rPr lang="fi-FI" dirty="0" smtClean="0"/>
              <a:t>Real-time Workflows</a:t>
            </a:r>
          </a:p>
          <a:p>
            <a:pPr lvl="1"/>
            <a:r>
              <a:rPr lang="fi-FI" dirty="0" smtClean="0"/>
              <a:t>Business Rules</a:t>
            </a:r>
          </a:p>
          <a:p>
            <a:pPr lvl="1"/>
            <a:r>
              <a:rPr lang="fi-FI" dirty="0" smtClean="0"/>
              <a:t>Quick View Forms</a:t>
            </a:r>
            <a:endParaRPr lang="en-US" dirty="0"/>
          </a:p>
        </p:txBody>
      </p:sp>
    </p:spTree>
    <p:extLst>
      <p:ext uri="{BB962C8B-B14F-4D97-AF65-F5344CB8AC3E}">
        <p14:creationId xmlns:p14="http://schemas.microsoft.com/office/powerpoint/2010/main" val="4095544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fi-FI" smtClean="0"/>
              <a:t>Modifying the Business Process Flow</a:t>
            </a:r>
            <a:endParaRPr lang="fi-FI"/>
          </a:p>
        </p:txBody>
      </p:sp>
      <p:sp>
        <p:nvSpPr>
          <p:cNvPr id="4" name="Content Placeholder 3"/>
          <p:cNvSpPr>
            <a:spLocks noGrp="1"/>
          </p:cNvSpPr>
          <p:nvPr>
            <p:ph idx="1"/>
          </p:nvPr>
        </p:nvSpPr>
        <p:spPr/>
        <p:txBody>
          <a:bodyPr>
            <a:normAutofit fontScale="85000" lnSpcReduction="20000"/>
          </a:bodyPr>
          <a:lstStyle/>
          <a:p>
            <a:r>
              <a:rPr lang="fi-FI" smtClean="0"/>
              <a:t>Turn the standard ”Lead to Opportunity Sales Process” into a branching BPF (new in CRM 2015)</a:t>
            </a:r>
          </a:p>
          <a:p>
            <a:r>
              <a:rPr lang="fi-FI" smtClean="0"/>
              <a:t>Add a new stage to the very beginning of the BPF: ”Identify”</a:t>
            </a:r>
          </a:p>
          <a:p>
            <a:r>
              <a:rPr lang="fi-FI" smtClean="0"/>
              <a:t>Add a new option set field on the lead entity: ”Lead Type”</a:t>
            </a:r>
          </a:p>
          <a:p>
            <a:pPr lvl="1"/>
            <a:r>
              <a:rPr lang="fi-FI" smtClean="0"/>
              <a:t>Option 1: ”Prospect (Create Opportunity)”</a:t>
            </a:r>
          </a:p>
          <a:p>
            <a:pPr lvl="1"/>
            <a:r>
              <a:rPr lang="fi-FI" smtClean="0"/>
              <a:t>Option 2: ”Influencer (No Opportunity)”</a:t>
            </a:r>
          </a:p>
          <a:p>
            <a:r>
              <a:rPr lang="fi-FI" smtClean="0"/>
              <a:t>Re-create the necessary stages into each BPF branch</a:t>
            </a:r>
          </a:p>
          <a:p>
            <a:pPr lvl="1"/>
            <a:r>
              <a:rPr lang="fi-FI" smtClean="0"/>
              <a:t>Option 1: proceed from lead to opportunity</a:t>
            </a:r>
          </a:p>
          <a:p>
            <a:pPr lvl="1"/>
            <a:r>
              <a:rPr lang="fi-FI" smtClean="0"/>
              <a:t>Option 2: stop at the lead entity</a:t>
            </a:r>
            <a:endParaRPr lang="fi-FI"/>
          </a:p>
        </p:txBody>
      </p:sp>
    </p:spTree>
    <p:extLst>
      <p:ext uri="{BB962C8B-B14F-4D97-AF65-F5344CB8AC3E}">
        <p14:creationId xmlns:p14="http://schemas.microsoft.com/office/powerpoint/2010/main" val="1157962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mtClean="0"/>
              <a:t>The Branches</a:t>
            </a:r>
            <a:endParaRPr lang="en-US" dirty="0"/>
          </a:p>
        </p:txBody>
      </p:sp>
      <p:pic>
        <p:nvPicPr>
          <p:cNvPr id="3" name="Picture 2"/>
          <p:cNvPicPr>
            <a:picLocks noChangeAspect="1"/>
          </p:cNvPicPr>
          <p:nvPr/>
        </p:nvPicPr>
        <p:blipFill>
          <a:blip r:embed="rId2"/>
          <a:stretch>
            <a:fillRect/>
          </a:stretch>
        </p:blipFill>
        <p:spPr>
          <a:xfrm>
            <a:off x="0" y="1187624"/>
            <a:ext cx="4572000" cy="5472734"/>
          </a:xfrm>
          <a:prstGeom prst="rect">
            <a:avLst/>
          </a:prstGeom>
        </p:spPr>
      </p:pic>
      <p:pic>
        <p:nvPicPr>
          <p:cNvPr id="4" name="Picture 3"/>
          <p:cNvPicPr>
            <a:picLocks noChangeAspect="1"/>
          </p:cNvPicPr>
          <p:nvPr/>
        </p:nvPicPr>
        <p:blipFill>
          <a:blip r:embed="rId3"/>
          <a:stretch>
            <a:fillRect/>
          </a:stretch>
        </p:blipFill>
        <p:spPr>
          <a:xfrm>
            <a:off x="5029200" y="2514762"/>
            <a:ext cx="2942857" cy="1295238"/>
          </a:xfrm>
          <a:prstGeom prst="rect">
            <a:avLst/>
          </a:prstGeom>
          <a:ln>
            <a:noFill/>
          </a:ln>
          <a:effectLst>
            <a:outerShdw blurRad="292100" dist="139700" dir="2700000" algn="tl" rotWithShape="0">
              <a:srgbClr val="333333">
                <a:alpha val="65000"/>
              </a:srgbClr>
            </a:outerShdw>
          </a:effectLst>
        </p:spPr>
      </p:pic>
      <p:pic>
        <p:nvPicPr>
          <p:cNvPr id="5" name="Picture 4"/>
          <p:cNvPicPr>
            <a:picLocks noChangeAspect="1"/>
          </p:cNvPicPr>
          <p:nvPr/>
        </p:nvPicPr>
        <p:blipFill>
          <a:blip r:embed="rId4"/>
          <a:stretch>
            <a:fillRect/>
          </a:stretch>
        </p:blipFill>
        <p:spPr>
          <a:xfrm>
            <a:off x="5029200" y="4391181"/>
            <a:ext cx="1733333" cy="1247619"/>
          </a:xfrm>
          <a:prstGeom prst="rect">
            <a:avLst/>
          </a:prstGeom>
          <a:ln>
            <a:noFill/>
          </a:ln>
          <a:effectLst>
            <a:outerShdw blurRad="292100" dist="139700" dir="2700000" algn="tl" rotWithShape="0">
              <a:srgbClr val="333333">
                <a:alpha val="65000"/>
              </a:srgbClr>
            </a:outerShdw>
          </a:effectLst>
        </p:spPr>
      </p:pic>
      <p:sp>
        <p:nvSpPr>
          <p:cNvPr id="6" name="Right Arrow 5"/>
          <p:cNvSpPr/>
          <p:nvPr/>
        </p:nvSpPr>
        <p:spPr>
          <a:xfrm>
            <a:off x="1828800" y="2743200"/>
            <a:ext cx="3276600" cy="228600"/>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fi-FI"/>
          </a:p>
        </p:txBody>
      </p:sp>
      <p:sp>
        <p:nvSpPr>
          <p:cNvPr id="7" name="Right Arrow 6"/>
          <p:cNvSpPr/>
          <p:nvPr/>
        </p:nvSpPr>
        <p:spPr>
          <a:xfrm>
            <a:off x="1219200" y="4391180"/>
            <a:ext cx="3810000" cy="257019"/>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fi-FI"/>
          </a:p>
        </p:txBody>
      </p:sp>
    </p:spTree>
    <p:extLst>
      <p:ext uri="{BB962C8B-B14F-4D97-AF65-F5344CB8AC3E}">
        <p14:creationId xmlns:p14="http://schemas.microsoft.com/office/powerpoint/2010/main" val="2285655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mtClean="0"/>
              <a:t>Real-time Workflow</a:t>
            </a:r>
            <a:endParaRPr lang="fi-FI"/>
          </a:p>
        </p:txBody>
      </p:sp>
      <p:sp>
        <p:nvSpPr>
          <p:cNvPr id="3" name="Content Placeholder 2"/>
          <p:cNvSpPr>
            <a:spLocks noGrp="1"/>
          </p:cNvSpPr>
          <p:nvPr>
            <p:ph idx="1"/>
          </p:nvPr>
        </p:nvSpPr>
        <p:spPr/>
        <p:txBody>
          <a:bodyPr>
            <a:normAutofit fontScale="92500" lnSpcReduction="10000"/>
          </a:bodyPr>
          <a:lstStyle/>
          <a:p>
            <a:r>
              <a:rPr lang="fi-FI" dirty="0" smtClean="0"/>
              <a:t>Clicking the Qualify button on the lead form will always create a new opportunity record</a:t>
            </a:r>
          </a:p>
          <a:p>
            <a:r>
              <a:rPr lang="fi-FI" dirty="0" smtClean="0"/>
              <a:t>Merely changing the lead record status to ”Qualified” via a server-side process however does </a:t>
            </a:r>
            <a:r>
              <a:rPr lang="fi-FI" i="1" dirty="0" smtClean="0"/>
              <a:t>not</a:t>
            </a:r>
            <a:r>
              <a:rPr lang="fi-FI" dirty="0" smtClean="0"/>
              <a:t> trigger this action</a:t>
            </a:r>
          </a:p>
          <a:p>
            <a:r>
              <a:rPr lang="fi-FI" dirty="0" smtClean="0"/>
              <a:t>The workaround we’ll use:</a:t>
            </a:r>
          </a:p>
          <a:p>
            <a:pPr lvl="1"/>
            <a:r>
              <a:rPr lang="fi-FI" dirty="0" smtClean="0"/>
              <a:t>Create a new two-option field ”Qualify Influencer”, add it to BPF stage, use as </a:t>
            </a:r>
            <a:r>
              <a:rPr lang="fi-FI" dirty="0"/>
              <a:t>a</a:t>
            </a:r>
            <a:r>
              <a:rPr lang="fi-FI" dirty="0" smtClean="0"/>
              <a:t> workflow trigger</a:t>
            </a:r>
          </a:p>
          <a:p>
            <a:pPr lvl="1"/>
            <a:r>
              <a:rPr lang="fi-FI" dirty="0" smtClean="0"/>
              <a:t>Add a new real-time workflow process that runs when this trigger field is set to ”Yes”</a:t>
            </a:r>
            <a:endParaRPr lang="fi-FI" dirty="0"/>
          </a:p>
        </p:txBody>
      </p:sp>
    </p:spTree>
    <p:extLst>
      <p:ext uri="{BB962C8B-B14F-4D97-AF65-F5344CB8AC3E}">
        <p14:creationId xmlns:p14="http://schemas.microsoft.com/office/powerpoint/2010/main" val="300960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a:t>Real-time </a:t>
            </a:r>
            <a:r>
              <a:rPr lang="fi-FI" smtClean="0"/>
              <a:t>Workflow (2)</a:t>
            </a:r>
            <a:endParaRPr lang="fi-FI"/>
          </a:p>
        </p:txBody>
      </p:sp>
      <p:sp>
        <p:nvSpPr>
          <p:cNvPr id="3" name="Content Placeholder 2"/>
          <p:cNvSpPr>
            <a:spLocks noGrp="1"/>
          </p:cNvSpPr>
          <p:nvPr>
            <p:ph idx="1"/>
          </p:nvPr>
        </p:nvSpPr>
        <p:spPr/>
        <p:txBody>
          <a:bodyPr>
            <a:normAutofit fontScale="92500" lnSpcReduction="20000"/>
          </a:bodyPr>
          <a:lstStyle/>
          <a:p>
            <a:r>
              <a:rPr lang="fi-FI" dirty="0" smtClean="0"/>
              <a:t>Workflow conditions</a:t>
            </a:r>
          </a:p>
          <a:p>
            <a:pPr lvl="1"/>
            <a:r>
              <a:rPr lang="fi-FI" dirty="0" smtClean="0"/>
              <a:t>Check if the lead is associated with an existing account and/or contact</a:t>
            </a:r>
          </a:p>
          <a:p>
            <a:r>
              <a:rPr lang="fi-FI" dirty="0" smtClean="0"/>
              <a:t>Workflow actions</a:t>
            </a:r>
          </a:p>
          <a:p>
            <a:pPr lvl="1"/>
            <a:r>
              <a:rPr lang="fi-FI" dirty="0" smtClean="0"/>
              <a:t>Create the necessary new records in the workflow steps &amp; link them to the originating lead</a:t>
            </a:r>
          </a:p>
          <a:p>
            <a:pPr lvl="1"/>
            <a:r>
              <a:rPr lang="fi-FI" dirty="0" smtClean="0"/>
              <a:t>If you want to associate the lead to an existing opportunity as a stakeholder, first add a new custom relationship between lead &amp; opportunity entities (N:1). Then create a new Connection record between the selected opportunity and the new contact in WF</a:t>
            </a:r>
          </a:p>
          <a:p>
            <a:pPr lvl="1"/>
            <a:r>
              <a:rPr lang="fi-FI" dirty="0" smtClean="0"/>
              <a:t>Finally, change the lead status to ”Qualified”</a:t>
            </a:r>
            <a:endParaRPr lang="fi-FI" dirty="0"/>
          </a:p>
        </p:txBody>
      </p:sp>
    </p:spTree>
    <p:extLst>
      <p:ext uri="{BB962C8B-B14F-4D97-AF65-F5344CB8AC3E}">
        <p14:creationId xmlns:p14="http://schemas.microsoft.com/office/powerpoint/2010/main" val="2738827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The </a:t>
            </a:r>
            <a:r>
              <a:rPr lang="en-US"/>
              <a:t>L</a:t>
            </a:r>
            <a:r>
              <a:rPr lang="en-US" smtClean="0"/>
              <a:t>ogic (1)</a:t>
            </a:r>
            <a:endParaRPr lang="en-US"/>
          </a:p>
        </p:txBody>
      </p:sp>
      <p:pic>
        <p:nvPicPr>
          <p:cNvPr id="3" name="Picture 2"/>
          <p:cNvPicPr>
            <a:picLocks noChangeAspect="1"/>
          </p:cNvPicPr>
          <p:nvPr/>
        </p:nvPicPr>
        <p:blipFill>
          <a:blip r:embed="rId2"/>
          <a:stretch>
            <a:fillRect/>
          </a:stretch>
        </p:blipFill>
        <p:spPr>
          <a:xfrm>
            <a:off x="107448" y="1600200"/>
            <a:ext cx="7055352" cy="4953000"/>
          </a:xfrm>
          <a:prstGeom prst="rect">
            <a:avLst/>
          </a:prstGeom>
        </p:spPr>
      </p:pic>
      <p:sp>
        <p:nvSpPr>
          <p:cNvPr id="4" name="Rounded Rectangular Callout 3"/>
          <p:cNvSpPr/>
          <p:nvPr/>
        </p:nvSpPr>
        <p:spPr>
          <a:xfrm>
            <a:off x="7010400" y="1295400"/>
            <a:ext cx="1988096" cy="1510146"/>
          </a:xfrm>
          <a:prstGeom prst="wedgeRoundRectCallout">
            <a:avLst>
              <a:gd name="adj1" fmla="val -165086"/>
              <a:gd name="adj2" fmla="val -1495"/>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mtClean="0"/>
              <a:t>On lead record change event, proceed if trigger field is set to ”Yes”</a:t>
            </a:r>
            <a:endParaRPr lang="fi-FI"/>
          </a:p>
        </p:txBody>
      </p:sp>
      <p:sp>
        <p:nvSpPr>
          <p:cNvPr id="5" name="Rounded Rectangular Callout 4"/>
          <p:cNvSpPr/>
          <p:nvPr/>
        </p:nvSpPr>
        <p:spPr>
          <a:xfrm>
            <a:off x="7010400" y="2957946"/>
            <a:ext cx="1988096" cy="1309254"/>
          </a:xfrm>
          <a:prstGeom prst="wedgeRoundRectCallout">
            <a:avLst>
              <a:gd name="adj1" fmla="val -180243"/>
              <a:gd name="adj2" fmla="val -75784"/>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mtClean="0"/>
              <a:t>Check if existing account / contact fields are populated</a:t>
            </a:r>
            <a:endParaRPr lang="fi-FI"/>
          </a:p>
        </p:txBody>
      </p:sp>
      <p:sp>
        <p:nvSpPr>
          <p:cNvPr id="6" name="Rounded Rectangular Callout 5"/>
          <p:cNvSpPr/>
          <p:nvPr/>
        </p:nvSpPr>
        <p:spPr>
          <a:xfrm>
            <a:off x="7010400" y="4391891"/>
            <a:ext cx="1988096" cy="1111424"/>
          </a:xfrm>
          <a:prstGeom prst="wedgeRoundRectCallout">
            <a:avLst>
              <a:gd name="adj1" fmla="val -185993"/>
              <a:gd name="adj2" fmla="val -25245"/>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mtClean="0"/>
              <a:t>If not, create new records and link to other records</a:t>
            </a:r>
            <a:endParaRPr lang="fi-FI"/>
          </a:p>
        </p:txBody>
      </p:sp>
    </p:spTree>
    <p:extLst>
      <p:ext uri="{BB962C8B-B14F-4D97-AF65-F5344CB8AC3E}">
        <p14:creationId xmlns:p14="http://schemas.microsoft.com/office/powerpoint/2010/main" val="25152498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mtClean="0"/>
              <a:t>The Logic (2)</a:t>
            </a:r>
            <a:endParaRPr lang="fi-FI"/>
          </a:p>
        </p:txBody>
      </p:sp>
      <p:pic>
        <p:nvPicPr>
          <p:cNvPr id="3" name="Picture 2"/>
          <p:cNvPicPr>
            <a:picLocks noChangeAspect="1"/>
          </p:cNvPicPr>
          <p:nvPr/>
        </p:nvPicPr>
        <p:blipFill>
          <a:blip r:embed="rId2"/>
          <a:stretch>
            <a:fillRect/>
          </a:stretch>
        </p:blipFill>
        <p:spPr>
          <a:xfrm>
            <a:off x="76200" y="1600200"/>
            <a:ext cx="5815196" cy="3200400"/>
          </a:xfrm>
          <a:prstGeom prst="rect">
            <a:avLst/>
          </a:prstGeom>
        </p:spPr>
      </p:pic>
      <p:sp>
        <p:nvSpPr>
          <p:cNvPr id="4" name="Rounded Rectangular Callout 3"/>
          <p:cNvSpPr/>
          <p:nvPr/>
        </p:nvSpPr>
        <p:spPr>
          <a:xfrm>
            <a:off x="7010400" y="1295400"/>
            <a:ext cx="1988096" cy="1371600"/>
          </a:xfrm>
          <a:prstGeom prst="wedgeRoundRectCallout">
            <a:avLst>
              <a:gd name="adj1" fmla="val -172403"/>
              <a:gd name="adj2" fmla="val 9111"/>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mtClean="0"/>
              <a:t>Check if the lead has been linked to an existing opportunity</a:t>
            </a:r>
            <a:endParaRPr lang="fi-FI"/>
          </a:p>
        </p:txBody>
      </p:sp>
      <p:sp>
        <p:nvSpPr>
          <p:cNvPr id="5" name="Rounded Rectangular Callout 4"/>
          <p:cNvSpPr/>
          <p:nvPr/>
        </p:nvSpPr>
        <p:spPr>
          <a:xfrm>
            <a:off x="7010400" y="2774776"/>
            <a:ext cx="1988096" cy="1371600"/>
          </a:xfrm>
          <a:prstGeom prst="wedgeRoundRectCallout">
            <a:avLst>
              <a:gd name="adj1" fmla="val -172403"/>
              <a:gd name="adj2" fmla="val -13616"/>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mtClean="0"/>
              <a:t>Create a new Connection between the records</a:t>
            </a:r>
            <a:endParaRPr lang="fi-FI"/>
          </a:p>
        </p:txBody>
      </p:sp>
      <p:sp>
        <p:nvSpPr>
          <p:cNvPr id="6" name="Rounded Rectangular Callout 5"/>
          <p:cNvSpPr/>
          <p:nvPr/>
        </p:nvSpPr>
        <p:spPr>
          <a:xfrm>
            <a:off x="7010400" y="4278397"/>
            <a:ext cx="1988096" cy="1053752"/>
          </a:xfrm>
          <a:prstGeom prst="wedgeRoundRectCallout">
            <a:avLst>
              <a:gd name="adj1" fmla="val -172403"/>
              <a:gd name="adj2" fmla="val -10658"/>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mtClean="0"/>
              <a:t>Change the lead record’s status to ”Qualified”</a:t>
            </a:r>
            <a:endParaRPr lang="fi-FI"/>
          </a:p>
        </p:txBody>
      </p:sp>
    </p:spTree>
    <p:extLst>
      <p:ext uri="{BB962C8B-B14F-4D97-AF65-F5344CB8AC3E}">
        <p14:creationId xmlns:p14="http://schemas.microsoft.com/office/powerpoint/2010/main" val="2762146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mtClean="0"/>
              <a:t>Quick View Forms &amp; Business Rules</a:t>
            </a:r>
            <a:endParaRPr lang="fi-FI"/>
          </a:p>
        </p:txBody>
      </p:sp>
      <p:sp>
        <p:nvSpPr>
          <p:cNvPr id="3" name="Content Placeholder 2"/>
          <p:cNvSpPr>
            <a:spLocks noGrp="1"/>
          </p:cNvSpPr>
          <p:nvPr>
            <p:ph idx="1"/>
          </p:nvPr>
        </p:nvSpPr>
        <p:spPr/>
        <p:txBody>
          <a:bodyPr>
            <a:normAutofit fontScale="85000" lnSpcReduction="20000"/>
          </a:bodyPr>
          <a:lstStyle/>
          <a:p>
            <a:r>
              <a:rPr lang="fi-FI" dirty="0" smtClean="0"/>
              <a:t>When linking the lead to existing acccount/contact there shouldn’t be any data entered into lead fields related to them</a:t>
            </a:r>
          </a:p>
          <a:p>
            <a:pPr lvl="1"/>
            <a:r>
              <a:rPr lang="fi-FI" dirty="0"/>
              <a:t>T</a:t>
            </a:r>
            <a:r>
              <a:rPr lang="fi-FI" dirty="0" smtClean="0"/>
              <a:t>hese will be discarded during qualification and present unnecessary data entry options for the user</a:t>
            </a:r>
          </a:p>
          <a:p>
            <a:r>
              <a:rPr lang="fi-FI" dirty="0" smtClean="0"/>
              <a:t>How to improve the lead form’s usability:</a:t>
            </a:r>
          </a:p>
          <a:p>
            <a:pPr lvl="1"/>
            <a:r>
              <a:rPr lang="fi-FI" dirty="0" smtClean="0"/>
              <a:t>Add the lookup fields for existing account/contact directly onto the lead form (by default only in BPF)</a:t>
            </a:r>
          </a:p>
          <a:p>
            <a:pPr lvl="1"/>
            <a:r>
              <a:rPr lang="fi-FI" dirty="0"/>
              <a:t>U</a:t>
            </a:r>
            <a:r>
              <a:rPr lang="fi-FI" dirty="0" smtClean="0"/>
              <a:t>se Business Rules to hide the detail fields if existing account/contact has been selected</a:t>
            </a:r>
          </a:p>
          <a:p>
            <a:pPr lvl="1"/>
            <a:r>
              <a:rPr lang="fi-FI" dirty="0" smtClean="0"/>
              <a:t>Display Quick View Forms of the existing account/contact records on the lead form to provide overview of existing record data</a:t>
            </a:r>
          </a:p>
        </p:txBody>
      </p:sp>
    </p:spTree>
    <p:extLst>
      <p:ext uri="{BB962C8B-B14F-4D97-AF65-F5344CB8AC3E}">
        <p14:creationId xmlns:p14="http://schemas.microsoft.com/office/powerpoint/2010/main" val="1702975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a:t>Quick View Forms &amp; Business </a:t>
            </a:r>
            <a:r>
              <a:rPr lang="fi-FI" smtClean="0"/>
              <a:t>Rules (2)</a:t>
            </a:r>
            <a:endParaRPr lang="fi-FI"/>
          </a:p>
        </p:txBody>
      </p:sp>
      <p:sp>
        <p:nvSpPr>
          <p:cNvPr id="3" name="Content Placeholder 2"/>
          <p:cNvSpPr>
            <a:spLocks noGrp="1"/>
          </p:cNvSpPr>
          <p:nvPr>
            <p:ph idx="1"/>
          </p:nvPr>
        </p:nvSpPr>
        <p:spPr/>
        <p:txBody>
          <a:bodyPr/>
          <a:lstStyle/>
          <a:p>
            <a:r>
              <a:rPr lang="fi-FI" dirty="0" smtClean="0"/>
              <a:t>Use case:</a:t>
            </a:r>
          </a:p>
          <a:p>
            <a:pPr marL="971550" lvl="1" indent="-514350">
              <a:buFont typeface="+mj-lt"/>
              <a:buAutoNum type="arabicPeriod"/>
            </a:pPr>
            <a:r>
              <a:rPr lang="fi-FI" dirty="0" smtClean="0"/>
              <a:t>User creates a new lead record</a:t>
            </a:r>
          </a:p>
          <a:p>
            <a:pPr marL="971550" lvl="1" indent="-514350">
              <a:buFont typeface="+mj-lt"/>
              <a:buAutoNum type="arabicPeriod"/>
            </a:pPr>
            <a:r>
              <a:rPr lang="fi-FI" dirty="0" smtClean="0"/>
              <a:t>User links the lead to existing account record</a:t>
            </a:r>
          </a:p>
          <a:p>
            <a:pPr marL="971550" lvl="1" indent="-514350">
              <a:buFont typeface="+mj-lt"/>
              <a:buAutoNum type="arabicPeriod"/>
            </a:pPr>
            <a:r>
              <a:rPr lang="fi-FI" dirty="0" smtClean="0"/>
              <a:t>Business Rule hides other account fields</a:t>
            </a:r>
          </a:p>
          <a:p>
            <a:pPr marL="971550" lvl="1" indent="-514350">
              <a:buFont typeface="+mj-lt"/>
              <a:buAutoNum type="arabicPeriod"/>
            </a:pPr>
            <a:r>
              <a:rPr lang="fi-FI" dirty="0" smtClean="0"/>
              <a:t>Quick View Form displays the account summary</a:t>
            </a:r>
          </a:p>
          <a:p>
            <a:r>
              <a:rPr lang="fi-FI" dirty="0" smtClean="0"/>
              <a:t>Note: this also </a:t>
            </a:r>
            <a:r>
              <a:rPr lang="fi-FI" dirty="0"/>
              <a:t>works as a verification of lead qualification process </a:t>
            </a:r>
            <a:r>
              <a:rPr lang="fi-FI" dirty="0" smtClean="0"/>
              <a:t>success indicator </a:t>
            </a:r>
            <a:r>
              <a:rPr lang="fi-FI" dirty="0"/>
              <a:t>after a new account/contact is generated for the </a:t>
            </a:r>
            <a:r>
              <a:rPr lang="fi-FI" dirty="0" smtClean="0"/>
              <a:t>lead</a:t>
            </a:r>
            <a:endParaRPr lang="fi-FI" dirty="0"/>
          </a:p>
        </p:txBody>
      </p:sp>
    </p:spTree>
    <p:extLst>
      <p:ext uri="{BB962C8B-B14F-4D97-AF65-F5344CB8AC3E}">
        <p14:creationId xmlns:p14="http://schemas.microsoft.com/office/powerpoint/2010/main" val="8614318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mtClean="0"/>
              <a:t>Form Designer</a:t>
            </a:r>
            <a:endParaRPr lang="fi-FI"/>
          </a:p>
        </p:txBody>
      </p:sp>
      <p:pic>
        <p:nvPicPr>
          <p:cNvPr id="3" name="Picture 2"/>
          <p:cNvPicPr>
            <a:picLocks noChangeAspect="1"/>
          </p:cNvPicPr>
          <p:nvPr/>
        </p:nvPicPr>
        <p:blipFill>
          <a:blip r:embed="rId2"/>
          <a:stretch>
            <a:fillRect/>
          </a:stretch>
        </p:blipFill>
        <p:spPr>
          <a:xfrm>
            <a:off x="1676400" y="1295400"/>
            <a:ext cx="5754318" cy="5237905"/>
          </a:xfrm>
          <a:prstGeom prst="rect">
            <a:avLst/>
          </a:prstGeom>
        </p:spPr>
      </p:pic>
      <p:sp>
        <p:nvSpPr>
          <p:cNvPr id="4" name="Rounded Rectangular Callout 3"/>
          <p:cNvSpPr/>
          <p:nvPr/>
        </p:nvSpPr>
        <p:spPr>
          <a:xfrm>
            <a:off x="152400" y="3914352"/>
            <a:ext cx="1988096" cy="1371600"/>
          </a:xfrm>
          <a:prstGeom prst="wedgeRoundRectCallout">
            <a:avLst>
              <a:gd name="adj1" fmla="val 103037"/>
              <a:gd name="adj2" fmla="val -1495"/>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mtClean="0"/>
              <a:t>Drag the Existing Account / Existing Contact fields onto the form</a:t>
            </a:r>
            <a:endParaRPr lang="fi-FI"/>
          </a:p>
        </p:txBody>
      </p:sp>
      <p:sp>
        <p:nvSpPr>
          <p:cNvPr id="5" name="Rounded Rectangular Callout 4"/>
          <p:cNvSpPr/>
          <p:nvPr/>
        </p:nvSpPr>
        <p:spPr>
          <a:xfrm>
            <a:off x="6629400" y="4038600"/>
            <a:ext cx="1988096" cy="2209800"/>
          </a:xfrm>
          <a:prstGeom prst="wedgeRoundRectCallout">
            <a:avLst>
              <a:gd name="adj1" fmla="val -40171"/>
              <a:gd name="adj2" fmla="val -96479"/>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mtClean="0"/>
              <a:t>Add a  new section ”Related Records” and include Quick View Forms of Account, Contact and Opportunity</a:t>
            </a:r>
            <a:endParaRPr lang="fi-FI"/>
          </a:p>
        </p:txBody>
      </p:sp>
      <p:sp>
        <p:nvSpPr>
          <p:cNvPr id="6" name="Rounded Rectangular Callout 5"/>
          <p:cNvSpPr/>
          <p:nvPr/>
        </p:nvSpPr>
        <p:spPr>
          <a:xfrm>
            <a:off x="152400" y="2434976"/>
            <a:ext cx="1988096" cy="1371600"/>
          </a:xfrm>
          <a:prstGeom prst="wedgeRoundRectCallout">
            <a:avLst>
              <a:gd name="adj1" fmla="val 102514"/>
              <a:gd name="adj2" fmla="val 6838"/>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mtClean="0"/>
              <a:t>Put the Lead Type option set (BPF branch selector) to the top of the form</a:t>
            </a:r>
            <a:endParaRPr lang="fi-FI"/>
          </a:p>
        </p:txBody>
      </p:sp>
    </p:spTree>
    <p:extLst>
      <p:ext uri="{BB962C8B-B14F-4D97-AF65-F5344CB8AC3E}">
        <p14:creationId xmlns:p14="http://schemas.microsoft.com/office/powerpoint/2010/main" val="11086057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mtClean="0"/>
              <a:t>Business Rules</a:t>
            </a:r>
            <a:endParaRPr lang="fi-FI"/>
          </a:p>
        </p:txBody>
      </p:sp>
      <p:pic>
        <p:nvPicPr>
          <p:cNvPr id="3" name="Picture 2"/>
          <p:cNvPicPr>
            <a:picLocks noChangeAspect="1"/>
          </p:cNvPicPr>
          <p:nvPr/>
        </p:nvPicPr>
        <p:blipFill>
          <a:blip r:embed="rId2"/>
          <a:stretch>
            <a:fillRect/>
          </a:stretch>
        </p:blipFill>
        <p:spPr>
          <a:xfrm>
            <a:off x="152401" y="1295400"/>
            <a:ext cx="6172200" cy="4616256"/>
          </a:xfrm>
          <a:prstGeom prst="rect">
            <a:avLst/>
          </a:prstGeom>
          <a:ln>
            <a:noFill/>
          </a:ln>
          <a:effectLst>
            <a:outerShdw blurRad="292100" dist="139700" dir="2700000" algn="tl" rotWithShape="0">
              <a:srgbClr val="333333">
                <a:alpha val="65000"/>
              </a:srgbClr>
            </a:outerShdw>
          </a:effectLst>
        </p:spPr>
      </p:pic>
      <p:pic>
        <p:nvPicPr>
          <p:cNvPr id="4" name="Picture 3"/>
          <p:cNvPicPr>
            <a:picLocks noChangeAspect="1"/>
          </p:cNvPicPr>
          <p:nvPr/>
        </p:nvPicPr>
        <p:blipFill>
          <a:blip r:embed="rId3"/>
          <a:stretch>
            <a:fillRect/>
          </a:stretch>
        </p:blipFill>
        <p:spPr>
          <a:xfrm>
            <a:off x="2971800" y="1905000"/>
            <a:ext cx="6026468" cy="4724400"/>
          </a:xfrm>
          <a:prstGeom prst="rect">
            <a:avLst/>
          </a:prstGeom>
          <a:ln>
            <a:noFill/>
          </a:ln>
          <a:effectLst>
            <a:outerShdw blurRad="292100" dist="139700" dir="2700000" algn="tl" rotWithShape="0">
              <a:srgbClr val="333333">
                <a:alpha val="65000"/>
              </a:srgbClr>
            </a:outerShdw>
          </a:effectLst>
        </p:spPr>
      </p:pic>
      <p:sp>
        <p:nvSpPr>
          <p:cNvPr id="5" name="Rounded Rectangular Callout 4"/>
          <p:cNvSpPr/>
          <p:nvPr/>
        </p:nvSpPr>
        <p:spPr>
          <a:xfrm>
            <a:off x="6220787" y="2895600"/>
            <a:ext cx="2175034" cy="1359092"/>
          </a:xfrm>
          <a:prstGeom prst="wedgeRoundRectCallout">
            <a:avLst>
              <a:gd name="adj1" fmla="val -84235"/>
              <a:gd name="adj2" fmla="val 20677"/>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mtClean="0"/>
              <a:t>Create 2 rules that watch the Existing Account/Contact lookup fields</a:t>
            </a:r>
            <a:endParaRPr lang="fi-FI"/>
          </a:p>
        </p:txBody>
      </p:sp>
      <p:sp>
        <p:nvSpPr>
          <p:cNvPr id="6" name="Rounded Rectangular Callout 5"/>
          <p:cNvSpPr/>
          <p:nvPr/>
        </p:nvSpPr>
        <p:spPr>
          <a:xfrm>
            <a:off x="6224251" y="4552564"/>
            <a:ext cx="2175034" cy="1238636"/>
          </a:xfrm>
          <a:prstGeom prst="wedgeRoundRectCallout">
            <a:avLst>
              <a:gd name="adj1" fmla="val -117677"/>
              <a:gd name="adj2" fmla="val -26301"/>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mtClean="0"/>
              <a:t>Hide other related fields from the form if the lookup contains data</a:t>
            </a:r>
            <a:endParaRPr lang="fi-FI"/>
          </a:p>
        </p:txBody>
      </p:sp>
    </p:spTree>
    <p:extLst>
      <p:ext uri="{BB962C8B-B14F-4D97-AF65-F5344CB8AC3E}">
        <p14:creationId xmlns:p14="http://schemas.microsoft.com/office/powerpoint/2010/main" val="20222082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mtClean="0"/>
              <a:t>Creating a New Lead, Type Prospect (1)</a:t>
            </a:r>
            <a:endParaRPr lang="fi-FI"/>
          </a:p>
        </p:txBody>
      </p:sp>
      <p:pic>
        <p:nvPicPr>
          <p:cNvPr id="3" name="Picture 2"/>
          <p:cNvPicPr>
            <a:picLocks noChangeAspect="1"/>
          </p:cNvPicPr>
          <p:nvPr/>
        </p:nvPicPr>
        <p:blipFill>
          <a:blip r:embed="rId2"/>
          <a:stretch>
            <a:fillRect/>
          </a:stretch>
        </p:blipFill>
        <p:spPr>
          <a:xfrm>
            <a:off x="152400" y="1187624"/>
            <a:ext cx="8839200" cy="5479271"/>
          </a:xfrm>
          <a:prstGeom prst="rect">
            <a:avLst/>
          </a:prstGeom>
        </p:spPr>
      </p:pic>
      <p:sp>
        <p:nvSpPr>
          <p:cNvPr id="4" name="Rounded Rectangular Callout 3"/>
          <p:cNvSpPr/>
          <p:nvPr/>
        </p:nvSpPr>
        <p:spPr>
          <a:xfrm>
            <a:off x="3348891" y="3355759"/>
            <a:ext cx="2446218" cy="1143000"/>
          </a:xfrm>
          <a:prstGeom prst="wedgeRoundRectCallout">
            <a:avLst>
              <a:gd name="adj1" fmla="val -71067"/>
              <a:gd name="adj2" fmla="val -48414"/>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mtClean="0"/>
              <a:t>Lead Type is set to ”Prospect”, standard sales process stages are used</a:t>
            </a:r>
            <a:endParaRPr lang="fi-FI"/>
          </a:p>
        </p:txBody>
      </p:sp>
      <p:sp>
        <p:nvSpPr>
          <p:cNvPr id="5" name="Rounded Rectangular Callout 4"/>
          <p:cNvSpPr/>
          <p:nvPr/>
        </p:nvSpPr>
        <p:spPr>
          <a:xfrm>
            <a:off x="3348891" y="5164029"/>
            <a:ext cx="2446218" cy="955459"/>
          </a:xfrm>
          <a:prstGeom prst="wedgeRoundRectCallout">
            <a:avLst>
              <a:gd name="adj1" fmla="val -78288"/>
              <a:gd name="adj2" fmla="val -31014"/>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mtClean="0"/>
              <a:t>Existing Account ”Fabrikam” is chosen as the company</a:t>
            </a:r>
            <a:endParaRPr lang="fi-FI"/>
          </a:p>
        </p:txBody>
      </p:sp>
    </p:spTree>
    <p:extLst>
      <p:ext uri="{BB962C8B-B14F-4D97-AF65-F5344CB8AC3E}">
        <p14:creationId xmlns:p14="http://schemas.microsoft.com/office/powerpoint/2010/main" val="26157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a:t>Creating a New Lead, Type Prospect </a:t>
            </a:r>
            <a:r>
              <a:rPr lang="fi-FI" smtClean="0"/>
              <a:t>(2)</a:t>
            </a:r>
            <a:endParaRPr lang="fi-FI"/>
          </a:p>
        </p:txBody>
      </p:sp>
      <p:pic>
        <p:nvPicPr>
          <p:cNvPr id="3" name="Picture 2"/>
          <p:cNvPicPr>
            <a:picLocks noChangeAspect="1"/>
          </p:cNvPicPr>
          <p:nvPr/>
        </p:nvPicPr>
        <p:blipFill>
          <a:blip r:embed="rId2"/>
          <a:stretch>
            <a:fillRect/>
          </a:stretch>
        </p:blipFill>
        <p:spPr>
          <a:xfrm>
            <a:off x="152400" y="1187624"/>
            <a:ext cx="8839200" cy="5465572"/>
          </a:xfrm>
          <a:prstGeom prst="rect">
            <a:avLst/>
          </a:prstGeom>
        </p:spPr>
      </p:pic>
      <p:sp>
        <p:nvSpPr>
          <p:cNvPr id="4" name="Rounded Rectangular Callout 3"/>
          <p:cNvSpPr/>
          <p:nvPr/>
        </p:nvSpPr>
        <p:spPr>
          <a:xfrm>
            <a:off x="3276600" y="4038600"/>
            <a:ext cx="2446218" cy="1219200"/>
          </a:xfrm>
          <a:prstGeom prst="wedgeRoundRectCallout">
            <a:avLst>
              <a:gd name="adj1" fmla="val 89923"/>
              <a:gd name="adj2" fmla="val -2037"/>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mtClean="0"/>
              <a:t>After selecting Fabrikam, account details are shown on the Quick View Form</a:t>
            </a:r>
            <a:endParaRPr lang="fi-FI"/>
          </a:p>
        </p:txBody>
      </p:sp>
      <p:sp>
        <p:nvSpPr>
          <p:cNvPr id="5" name="Rounded Rectangular Callout 4"/>
          <p:cNvSpPr/>
          <p:nvPr/>
        </p:nvSpPr>
        <p:spPr>
          <a:xfrm>
            <a:off x="3269673" y="5345898"/>
            <a:ext cx="2446218" cy="1307298"/>
          </a:xfrm>
          <a:prstGeom prst="wedgeRoundRectCallout">
            <a:avLst>
              <a:gd name="adj1" fmla="val -69367"/>
              <a:gd name="adj2" fmla="val 11599"/>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Contact information can still be entered on the lead to create a new contact for chosen account</a:t>
            </a:r>
            <a:endParaRPr lang="fi-FI" dirty="0"/>
          </a:p>
        </p:txBody>
      </p:sp>
    </p:spTree>
    <p:extLst>
      <p:ext uri="{BB962C8B-B14F-4D97-AF65-F5344CB8AC3E}">
        <p14:creationId xmlns:p14="http://schemas.microsoft.com/office/powerpoint/2010/main" val="36895987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mtClean="0"/>
              <a:t>Converting the Lead to Opportunity</a:t>
            </a:r>
            <a:endParaRPr lang="fi-FI"/>
          </a:p>
        </p:txBody>
      </p:sp>
      <p:pic>
        <p:nvPicPr>
          <p:cNvPr id="3" name="Picture 2"/>
          <p:cNvPicPr>
            <a:picLocks noChangeAspect="1"/>
          </p:cNvPicPr>
          <p:nvPr/>
        </p:nvPicPr>
        <p:blipFill>
          <a:blip r:embed="rId2"/>
          <a:stretch>
            <a:fillRect/>
          </a:stretch>
        </p:blipFill>
        <p:spPr>
          <a:xfrm>
            <a:off x="0" y="1187624"/>
            <a:ext cx="9144000" cy="5236248"/>
          </a:xfrm>
          <a:prstGeom prst="rect">
            <a:avLst/>
          </a:prstGeom>
        </p:spPr>
      </p:pic>
      <p:sp>
        <p:nvSpPr>
          <p:cNvPr id="4" name="Rounded Rectangular Callout 3"/>
          <p:cNvSpPr/>
          <p:nvPr/>
        </p:nvSpPr>
        <p:spPr>
          <a:xfrm>
            <a:off x="3276600" y="3505200"/>
            <a:ext cx="2446218" cy="1524000"/>
          </a:xfrm>
          <a:prstGeom prst="wedgeRoundRectCallout">
            <a:avLst>
              <a:gd name="adj1" fmla="val -27315"/>
              <a:gd name="adj2" fmla="val -90674"/>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mtClean="0"/>
              <a:t>After clicking Qualify, a new Opportunity record is created and sales process is set to ”Develop”</a:t>
            </a:r>
            <a:endParaRPr lang="fi-FI"/>
          </a:p>
        </p:txBody>
      </p:sp>
      <p:sp>
        <p:nvSpPr>
          <p:cNvPr id="5" name="Rounded Rectangular Callout 4"/>
          <p:cNvSpPr/>
          <p:nvPr/>
        </p:nvSpPr>
        <p:spPr>
          <a:xfrm>
            <a:off x="3276600" y="5257800"/>
            <a:ext cx="2446218" cy="1295400"/>
          </a:xfrm>
          <a:prstGeom prst="wedgeRoundRectCallout">
            <a:avLst>
              <a:gd name="adj1" fmla="val 120931"/>
              <a:gd name="adj2" fmla="val -117145"/>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mtClean="0"/>
              <a:t>New contact has been added to account and set as stakeholder for the opportunity</a:t>
            </a:r>
            <a:endParaRPr lang="fi-FI"/>
          </a:p>
        </p:txBody>
      </p:sp>
    </p:spTree>
    <p:extLst>
      <p:ext uri="{BB962C8B-B14F-4D97-AF65-F5344CB8AC3E}">
        <p14:creationId xmlns:p14="http://schemas.microsoft.com/office/powerpoint/2010/main" val="10506003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mtClean="0"/>
              <a:t>Creating a New Lead, Type Influencer (1)</a:t>
            </a:r>
            <a:endParaRPr lang="fi-FI"/>
          </a:p>
        </p:txBody>
      </p:sp>
      <p:pic>
        <p:nvPicPr>
          <p:cNvPr id="3" name="Picture 2"/>
          <p:cNvPicPr>
            <a:picLocks noChangeAspect="1"/>
          </p:cNvPicPr>
          <p:nvPr/>
        </p:nvPicPr>
        <p:blipFill>
          <a:blip r:embed="rId2"/>
          <a:stretch>
            <a:fillRect/>
          </a:stretch>
        </p:blipFill>
        <p:spPr>
          <a:xfrm>
            <a:off x="0" y="1184160"/>
            <a:ext cx="9144000" cy="5244353"/>
          </a:xfrm>
          <a:prstGeom prst="rect">
            <a:avLst/>
          </a:prstGeom>
        </p:spPr>
      </p:pic>
      <p:sp>
        <p:nvSpPr>
          <p:cNvPr id="4" name="Rounded Rectangular Callout 3"/>
          <p:cNvSpPr/>
          <p:nvPr/>
        </p:nvSpPr>
        <p:spPr>
          <a:xfrm>
            <a:off x="3348891" y="3355759"/>
            <a:ext cx="2446218" cy="1143000"/>
          </a:xfrm>
          <a:prstGeom prst="wedgeRoundRectCallout">
            <a:avLst>
              <a:gd name="adj1" fmla="val -82961"/>
              <a:gd name="adj2" fmla="val -53869"/>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Lead Type is set to ”Influencer”, sales process stages are updated to reflect this</a:t>
            </a:r>
            <a:endParaRPr lang="fi-FI" dirty="0"/>
          </a:p>
        </p:txBody>
      </p:sp>
      <p:sp>
        <p:nvSpPr>
          <p:cNvPr id="5" name="Rounded Rectangular Callout 4"/>
          <p:cNvSpPr/>
          <p:nvPr/>
        </p:nvSpPr>
        <p:spPr>
          <a:xfrm>
            <a:off x="3348891" y="5066795"/>
            <a:ext cx="2446218" cy="1143000"/>
          </a:xfrm>
          <a:prstGeom prst="wedgeRoundRectCallout">
            <a:avLst>
              <a:gd name="adj1" fmla="val -110147"/>
              <a:gd name="adj2" fmla="val 31586"/>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Using same account, details of another new contact person are added</a:t>
            </a:r>
            <a:endParaRPr lang="fi-FI" dirty="0"/>
          </a:p>
        </p:txBody>
      </p:sp>
    </p:spTree>
    <p:extLst>
      <p:ext uri="{BB962C8B-B14F-4D97-AF65-F5344CB8AC3E}">
        <p14:creationId xmlns:p14="http://schemas.microsoft.com/office/powerpoint/2010/main" val="2394470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a:t>Creating a New Lead, Type Influencer </a:t>
            </a:r>
            <a:r>
              <a:rPr lang="fi-FI" smtClean="0"/>
              <a:t>(2)</a:t>
            </a:r>
            <a:endParaRPr lang="fi-FI"/>
          </a:p>
        </p:txBody>
      </p:sp>
      <p:pic>
        <p:nvPicPr>
          <p:cNvPr id="3" name="Picture 2"/>
          <p:cNvPicPr>
            <a:picLocks noChangeAspect="1"/>
          </p:cNvPicPr>
          <p:nvPr/>
        </p:nvPicPr>
        <p:blipFill>
          <a:blip r:embed="rId2"/>
          <a:stretch>
            <a:fillRect/>
          </a:stretch>
        </p:blipFill>
        <p:spPr>
          <a:xfrm>
            <a:off x="0" y="1187624"/>
            <a:ext cx="9144000" cy="5215048"/>
          </a:xfrm>
          <a:prstGeom prst="rect">
            <a:avLst/>
          </a:prstGeom>
        </p:spPr>
      </p:pic>
      <p:sp>
        <p:nvSpPr>
          <p:cNvPr id="4" name="Rounded Rectangular Callout 3"/>
          <p:cNvSpPr/>
          <p:nvPr/>
        </p:nvSpPr>
        <p:spPr>
          <a:xfrm>
            <a:off x="3348891" y="3355759"/>
            <a:ext cx="2446218" cy="911441"/>
          </a:xfrm>
          <a:prstGeom prst="wedgeRoundRectCallout">
            <a:avLst>
              <a:gd name="adj1" fmla="val 10489"/>
              <a:gd name="adj2" fmla="val -107452"/>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mtClean="0"/>
              <a:t>Process is moved to the ”Create Influencer” stage</a:t>
            </a:r>
            <a:endParaRPr lang="fi-FI"/>
          </a:p>
        </p:txBody>
      </p:sp>
      <p:sp>
        <p:nvSpPr>
          <p:cNvPr id="5" name="Rounded Rectangular Callout 4"/>
          <p:cNvSpPr/>
          <p:nvPr/>
        </p:nvSpPr>
        <p:spPr>
          <a:xfrm>
            <a:off x="3348891" y="4953000"/>
            <a:ext cx="2446218" cy="990600"/>
          </a:xfrm>
          <a:prstGeom prst="wedgeRoundRectCallout">
            <a:avLst>
              <a:gd name="adj1" fmla="val -108448"/>
              <a:gd name="adj2" fmla="val -219604"/>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mtClean="0"/>
              <a:t>Lead is linked to the existing Fabrikam opportunity</a:t>
            </a:r>
            <a:endParaRPr lang="fi-FI"/>
          </a:p>
        </p:txBody>
      </p:sp>
    </p:spTree>
    <p:extLst>
      <p:ext uri="{BB962C8B-B14F-4D97-AF65-F5344CB8AC3E}">
        <p14:creationId xmlns:p14="http://schemas.microsoft.com/office/powerpoint/2010/main" val="8967200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a:t>Creating a New Lead, Type Influencer </a:t>
            </a:r>
            <a:r>
              <a:rPr lang="fi-FI" smtClean="0"/>
              <a:t>(3)</a:t>
            </a:r>
            <a:endParaRPr lang="fi-FI"/>
          </a:p>
        </p:txBody>
      </p:sp>
      <p:pic>
        <p:nvPicPr>
          <p:cNvPr id="3" name="Picture 2"/>
          <p:cNvPicPr>
            <a:picLocks noChangeAspect="1"/>
          </p:cNvPicPr>
          <p:nvPr/>
        </p:nvPicPr>
        <p:blipFill>
          <a:blip r:embed="rId2"/>
          <a:stretch>
            <a:fillRect/>
          </a:stretch>
        </p:blipFill>
        <p:spPr>
          <a:xfrm>
            <a:off x="0" y="1187624"/>
            <a:ext cx="9144000" cy="5237275"/>
          </a:xfrm>
          <a:prstGeom prst="rect">
            <a:avLst/>
          </a:prstGeom>
        </p:spPr>
      </p:pic>
      <p:sp>
        <p:nvSpPr>
          <p:cNvPr id="4" name="Rounded Rectangular Callout 3"/>
          <p:cNvSpPr/>
          <p:nvPr/>
        </p:nvSpPr>
        <p:spPr>
          <a:xfrm>
            <a:off x="3348891" y="3355759"/>
            <a:ext cx="2446218" cy="911441"/>
          </a:xfrm>
          <a:prstGeom prst="wedgeRoundRectCallout">
            <a:avLst>
              <a:gd name="adj1" fmla="val -84660"/>
              <a:gd name="adj2" fmla="val -72110"/>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mtClean="0"/>
              <a:t>Field ”Qualify Influencer” is set to ”Yes”</a:t>
            </a:r>
            <a:endParaRPr lang="fi-FI"/>
          </a:p>
        </p:txBody>
      </p:sp>
      <p:sp>
        <p:nvSpPr>
          <p:cNvPr id="5" name="Rounded Rectangular Callout 4"/>
          <p:cNvSpPr/>
          <p:nvPr/>
        </p:nvSpPr>
        <p:spPr>
          <a:xfrm>
            <a:off x="3348891" y="4890329"/>
            <a:ext cx="2446218" cy="911441"/>
          </a:xfrm>
          <a:prstGeom prst="wedgeRoundRectCallout">
            <a:avLst>
              <a:gd name="adj1" fmla="val 148965"/>
              <a:gd name="adj2" fmla="val 110298"/>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mtClean="0"/>
              <a:t>Lead record changes are saved by user or by CRM autosave</a:t>
            </a:r>
            <a:endParaRPr lang="fi-FI"/>
          </a:p>
        </p:txBody>
      </p:sp>
    </p:spTree>
    <p:extLst>
      <p:ext uri="{BB962C8B-B14F-4D97-AF65-F5344CB8AC3E}">
        <p14:creationId xmlns:p14="http://schemas.microsoft.com/office/powerpoint/2010/main" val="24543861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a:t>Creating a New Lead, Type Influencer </a:t>
            </a:r>
            <a:r>
              <a:rPr lang="fi-FI" smtClean="0"/>
              <a:t>(4)</a:t>
            </a:r>
            <a:endParaRPr lang="fi-FI"/>
          </a:p>
        </p:txBody>
      </p:sp>
      <p:pic>
        <p:nvPicPr>
          <p:cNvPr id="3" name="Picture 2"/>
          <p:cNvPicPr>
            <a:picLocks noChangeAspect="1"/>
          </p:cNvPicPr>
          <p:nvPr/>
        </p:nvPicPr>
        <p:blipFill>
          <a:blip r:embed="rId2"/>
          <a:stretch>
            <a:fillRect/>
          </a:stretch>
        </p:blipFill>
        <p:spPr>
          <a:xfrm>
            <a:off x="0" y="1187624"/>
            <a:ext cx="9144000" cy="5228167"/>
          </a:xfrm>
          <a:prstGeom prst="rect">
            <a:avLst/>
          </a:prstGeom>
        </p:spPr>
      </p:pic>
      <p:sp>
        <p:nvSpPr>
          <p:cNvPr id="4" name="Rounded Rectangular Callout 3"/>
          <p:cNvSpPr/>
          <p:nvPr/>
        </p:nvSpPr>
        <p:spPr>
          <a:xfrm>
            <a:off x="3348891" y="3355759"/>
            <a:ext cx="2446218" cy="911441"/>
          </a:xfrm>
          <a:prstGeom prst="wedgeRoundRectCallout">
            <a:avLst>
              <a:gd name="adj1" fmla="val -166641"/>
              <a:gd name="adj2" fmla="val 263066"/>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mtClean="0"/>
              <a:t>Workflow closes the lead as Qualified</a:t>
            </a:r>
            <a:endParaRPr lang="fi-FI"/>
          </a:p>
        </p:txBody>
      </p:sp>
      <p:sp>
        <p:nvSpPr>
          <p:cNvPr id="5" name="Rounded Rectangular Callout 4"/>
          <p:cNvSpPr/>
          <p:nvPr/>
        </p:nvSpPr>
        <p:spPr>
          <a:xfrm>
            <a:off x="3348891" y="5032159"/>
            <a:ext cx="2446218" cy="911441"/>
          </a:xfrm>
          <a:prstGeom prst="wedgeRoundRectCallout">
            <a:avLst>
              <a:gd name="adj1" fmla="val 90348"/>
              <a:gd name="adj2" fmla="val 17954"/>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mtClean="0"/>
              <a:t>New contact record details are shown on the Quick View Form</a:t>
            </a:r>
            <a:endParaRPr lang="fi-FI"/>
          </a:p>
        </p:txBody>
      </p:sp>
    </p:spTree>
    <p:extLst>
      <p:ext uri="{BB962C8B-B14F-4D97-AF65-F5344CB8AC3E}">
        <p14:creationId xmlns:p14="http://schemas.microsoft.com/office/powerpoint/2010/main" val="6463537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mtClean="0"/>
              <a:t>Updated Opportunity</a:t>
            </a:r>
            <a:endParaRPr lang="fi-FI"/>
          </a:p>
        </p:txBody>
      </p:sp>
      <p:pic>
        <p:nvPicPr>
          <p:cNvPr id="3" name="Picture 2"/>
          <p:cNvPicPr>
            <a:picLocks noChangeAspect="1"/>
          </p:cNvPicPr>
          <p:nvPr/>
        </p:nvPicPr>
        <p:blipFill>
          <a:blip r:embed="rId2"/>
          <a:stretch>
            <a:fillRect/>
          </a:stretch>
        </p:blipFill>
        <p:spPr>
          <a:xfrm>
            <a:off x="0" y="1187624"/>
            <a:ext cx="9144000" cy="5222115"/>
          </a:xfrm>
          <a:prstGeom prst="rect">
            <a:avLst/>
          </a:prstGeom>
        </p:spPr>
      </p:pic>
      <p:sp>
        <p:nvSpPr>
          <p:cNvPr id="5" name="Rounded Rectangular Callout 4"/>
          <p:cNvSpPr/>
          <p:nvPr/>
        </p:nvSpPr>
        <p:spPr>
          <a:xfrm>
            <a:off x="3348891" y="3581400"/>
            <a:ext cx="2446218" cy="1143000"/>
          </a:xfrm>
          <a:prstGeom prst="wedgeRoundRectCallout">
            <a:avLst>
              <a:gd name="adj1" fmla="val 86525"/>
              <a:gd name="adj2" fmla="val 7954"/>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New contact has been added as a stakeholder on the existing opportunity record</a:t>
            </a:r>
            <a:endParaRPr lang="fi-FI" dirty="0"/>
          </a:p>
        </p:txBody>
      </p:sp>
    </p:spTree>
    <p:extLst>
      <p:ext uri="{BB962C8B-B14F-4D97-AF65-F5344CB8AC3E}">
        <p14:creationId xmlns:p14="http://schemas.microsoft.com/office/powerpoint/2010/main" val="14982765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i-FI" dirty="0" smtClean="0"/>
              <a:t>Final Notes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9056473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Next Steps</a:t>
            </a:r>
            <a:endParaRPr lang="en-US" dirty="0"/>
          </a:p>
        </p:txBody>
      </p:sp>
      <p:sp>
        <p:nvSpPr>
          <p:cNvPr id="3" name="Content Placeholder 2"/>
          <p:cNvSpPr>
            <a:spLocks noGrp="1"/>
          </p:cNvSpPr>
          <p:nvPr>
            <p:ph idx="1"/>
          </p:nvPr>
        </p:nvSpPr>
        <p:spPr/>
        <p:txBody>
          <a:bodyPr>
            <a:normAutofit fontScale="92500"/>
          </a:bodyPr>
          <a:lstStyle/>
          <a:p>
            <a:r>
              <a:rPr lang="fi-FI" dirty="0"/>
              <a:t>Read more articles on Microsoft Dynamics CRM customization best practices at </a:t>
            </a:r>
            <a:r>
              <a:rPr lang="fi-FI" dirty="0">
                <a:hlinkClick r:id="rId2"/>
              </a:rPr>
              <a:t>http://survivingcrm.com</a:t>
            </a:r>
            <a:r>
              <a:rPr lang="fi-FI" dirty="0" smtClean="0">
                <a:hlinkClick r:id="rId2"/>
              </a:rPr>
              <a:t>/</a:t>
            </a:r>
            <a:r>
              <a:rPr lang="fi-FI" dirty="0" smtClean="0"/>
              <a:t> </a:t>
            </a:r>
          </a:p>
          <a:p>
            <a:r>
              <a:rPr lang="fi-FI" dirty="0" smtClean="0"/>
              <a:t>Follow </a:t>
            </a:r>
            <a:r>
              <a:rPr lang="fi-FI" dirty="0" smtClean="0">
                <a:hlinkClick r:id="rId3"/>
              </a:rPr>
              <a:t>@jukkan</a:t>
            </a:r>
            <a:r>
              <a:rPr lang="fi-FI" dirty="0" smtClean="0"/>
              <a:t> on Twitter for the latest #MSDynCRM related news and tips</a:t>
            </a:r>
          </a:p>
          <a:p>
            <a:r>
              <a:rPr lang="fi-FI" dirty="0" smtClean="0"/>
              <a:t>Check out the Dynamics CRM </a:t>
            </a:r>
            <a:r>
              <a:rPr lang="fi-FI" dirty="0"/>
              <a:t>webcasts series at </a:t>
            </a:r>
            <a:r>
              <a:rPr lang="fi-FI" dirty="0">
                <a:hlinkClick r:id="rId4"/>
              </a:rPr>
              <a:t>http://</a:t>
            </a:r>
            <a:r>
              <a:rPr lang="fi-FI" dirty="0" smtClean="0">
                <a:hlinkClick r:id="rId4"/>
              </a:rPr>
              <a:t>msdynamicsworld.com/webcasts</a:t>
            </a:r>
            <a:r>
              <a:rPr lang="fi-FI" dirty="0" smtClean="0"/>
              <a:t> </a:t>
            </a:r>
          </a:p>
          <a:p>
            <a:r>
              <a:rPr lang="fi-FI" dirty="0" smtClean="0"/>
              <a:t>Thanks for viewing these slides &amp; enjoy customizing your Dynamics CRM environment!</a:t>
            </a:r>
            <a:endParaRPr lang="en-US" dirty="0"/>
          </a:p>
        </p:txBody>
      </p:sp>
    </p:spTree>
    <p:extLst>
      <p:ext uri="{BB962C8B-B14F-4D97-AF65-F5344CB8AC3E}">
        <p14:creationId xmlns:p14="http://schemas.microsoft.com/office/powerpoint/2010/main" val="1388045063"/>
      </p:ext>
    </p:extLst>
  </p:cSld>
  <p:clrMapOvr>
    <a:masterClrMapping/>
  </p:clrMapOvr>
</p:sld>
</file>

<file path=ppt/theme/theme1.xml><?xml version="1.0" encoding="utf-8"?>
<a:theme xmlns:a="http://schemas.openxmlformats.org/drawingml/2006/main" name="Office-te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PTX_template.potx" id="{EB80BC65-1F7D-47FE-AE26-82DC4BBBDF8F}" vid="{45D77A42-99A4-4F29-A5C4-CC61A13B99E4}"/>
    </a:ext>
  </a:extLst>
</a:theme>
</file>

<file path=ppt/theme/theme2.xml><?xml version="1.0" encoding="utf-8"?>
<a:theme xmlns:a="http://schemas.openxmlformats.org/drawingml/2006/main" name="Mukautettu suunnittelumalli">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PTX_template.potx" id="{EB80BC65-1F7D-47FE-AE26-82DC4BBBDF8F}" vid="{FFC12EE9-4900-4D96-BC6D-BE1F8A703730}"/>
    </a:ext>
  </a:extLst>
</a:theme>
</file>

<file path=ppt/theme/theme3.xml><?xml version="1.0" encoding="utf-8"?>
<a:theme xmlns:a="http://schemas.openxmlformats.org/drawingml/2006/main" name="1_Mukautettu suunnittelumalli">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PTX_template.potx" id="{EB80BC65-1F7D-47FE-AE26-82DC4BBBDF8F}" vid="{9FBD5D33-D51F-43D9-93E4-80EF66E5D9C9}"/>
    </a:ext>
  </a:extLst>
</a:theme>
</file>

<file path=ppt/theme/theme4.xml><?xml version="1.0" encoding="utf-8"?>
<a:theme xmlns:a="http://schemas.openxmlformats.org/drawingml/2006/main" name="2_Mukautettu suunnittelumalli">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PTX_template.potx" id="{EB80BC65-1F7D-47FE-AE26-82DC4BBBDF8F}" vid="{DA1CC48D-9C7E-4C78-97C4-84668C6F7F9A}"/>
    </a:ext>
  </a:extLst>
</a:theme>
</file>

<file path=ppt/theme/theme5.xml><?xml version="1.0" encoding="utf-8"?>
<a:theme xmlns:a="http://schemas.openxmlformats.org/drawingml/2006/main" name="Office-te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a68957de-6112-48b5-9eb0-77d056a26262"/>
    <TaxKeywordTaxHTField xmlns="a68957de-6112-48b5-9eb0-77d056a26262">
      <Terms xmlns="http://schemas.microsoft.com/office/infopath/2007/PartnerControls"/>
    </TaxKeywordTaxHTField>
  </documentManagement>
</p:properties>
</file>

<file path=customXml/item2.xml><?xml version="1.0" encoding="utf-8"?>
<ct:contentTypeSchema xmlns:ct="http://schemas.microsoft.com/office/2006/metadata/contentType" xmlns:ma="http://schemas.microsoft.com/office/2006/metadata/properties/metaAttributes" ct:_="" ma:_="" ma:contentTypeName="DI Document" ma:contentTypeID="0x010100E6A19B01B868244895E9E1DD18A8015F00CFEC1B033C0E194F9FCF606E5E4B8225" ma:contentTypeVersion="15" ma:contentTypeDescription="" ma:contentTypeScope="" ma:versionID="12b64278555ec8bb5fcf3b7a07c4f4ee">
  <xsd:schema xmlns:xsd="http://www.w3.org/2001/XMLSchema" xmlns:xs="http://www.w3.org/2001/XMLSchema" xmlns:p="http://schemas.microsoft.com/office/2006/metadata/properties" xmlns:ns2="a68957de-6112-48b5-9eb0-77d056a26262" targetNamespace="http://schemas.microsoft.com/office/2006/metadata/properties" ma:root="true" ma:fieldsID="e79fc47ad215c10967248eb4506130b9" ns2:_="">
    <xsd:import namespace="a68957de-6112-48b5-9eb0-77d056a26262"/>
    <xsd:element name="properties">
      <xsd:complexType>
        <xsd:sequence>
          <xsd:element name="documentManagement">
            <xsd:complexType>
              <xsd:all>
                <xsd:element ref="ns2:TaxCatchAll" minOccurs="0"/>
                <xsd:element ref="ns2:TaxCatchAllLabel" minOccurs="0"/>
                <xsd:element ref="ns2:TaxKeyword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68957de-6112-48b5-9eb0-77d056a26262" elementFormDefault="qualified">
    <xsd:import namespace="http://schemas.microsoft.com/office/2006/documentManagement/types"/>
    <xsd:import namespace="http://schemas.microsoft.com/office/infopath/2007/PartnerControls"/>
    <xsd:element name="TaxCatchAll" ma:index="8" nillable="true" ma:displayName="Taxonomy Catch All Column" ma:hidden="true" ma:list="{580554e9-393c-4bd7-a20d-be8c0080392c}" ma:internalName="TaxCatchAll" ma:showField="CatchAllData" ma:web="1e923678-eea3-4704-b7fe-d4e44de16625">
      <xsd:complexType>
        <xsd:complexContent>
          <xsd:extension base="dms:MultiChoiceLookup">
            <xsd:sequence>
              <xsd:element name="Value" type="dms:Lookup" maxOccurs="unbounded" minOccurs="0" nillable="true"/>
            </xsd:sequence>
          </xsd:extension>
        </xsd:complexContent>
      </xsd:complexType>
    </xsd:element>
    <xsd:element name="TaxCatchAllLabel" ma:index="9" nillable="true" ma:displayName="Taxonomy Catch All Column1" ma:hidden="true" ma:list="{580554e9-393c-4bd7-a20d-be8c0080392c}" ma:internalName="TaxCatchAllLabel" ma:readOnly="true" ma:showField="CatchAllDataLabel" ma:web="1e923678-eea3-4704-b7fe-d4e44de16625">
      <xsd:complexType>
        <xsd:complexContent>
          <xsd:extension base="dms:MultiChoiceLookup">
            <xsd:sequence>
              <xsd:element name="Value" type="dms:Lookup" maxOccurs="unbounded" minOccurs="0" nillable="true"/>
            </xsd:sequence>
          </xsd:extension>
        </xsd:complexContent>
      </xsd:complexType>
    </xsd:element>
    <xsd:element name="TaxKeywordTaxHTField" ma:index="10" nillable="true" ma:taxonomy="true" ma:internalName="TaxKeywordTaxHTField" ma:taxonomyFieldName="TaxKeyword" ma:displayName="Enterprise Keywords" ma:fieldId="{23f27201-bee3-471e-b2e7-b64fd8b7ca38}" ma:taxonomyMulti="true" ma:sspId="649a360c-ce61-4166-b87e-c4cdda515172" ma:termSetId="00000000-0000-0000-0000-000000000000" ma:anchorId="00000000-0000-0000-0000-000000000000" ma:open="true" ma:isKeyword="tru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customXsn xmlns="http://schemas.microsoft.com/office/2006/metadata/customXsn">
  <xsnLocation/>
  <cached>True</cached>
  <openByDefault>True</openByDefault>
  <xsnScope/>
</customXsn>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D6B094-557C-46E5-A62E-A99772DA6067}">
  <ds:schemaRefs>
    <ds:schemaRef ds:uri="http://schemas.microsoft.com/office/2006/documentManagement/types"/>
    <ds:schemaRef ds:uri="a68957de-6112-48b5-9eb0-77d056a26262"/>
    <ds:schemaRef ds:uri="http://purl.org/dc/dcmitype/"/>
    <ds:schemaRef ds:uri="http://purl.org/dc/terms/"/>
    <ds:schemaRef ds:uri="http://www.w3.org/XML/1998/namespace"/>
    <ds:schemaRef ds:uri="http://purl.org/dc/elements/1.1/"/>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950DE21F-524A-43A6-939F-D5CFAFB7F1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68957de-6112-48b5-9eb0-77d056a2626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B020148-C318-41E1-8776-6CD8ABC444D8}">
  <ds:schemaRefs>
    <ds:schemaRef ds:uri="http://schemas.microsoft.com/office/2006/metadata/customXsn"/>
  </ds:schemaRefs>
</ds:datastoreItem>
</file>

<file path=customXml/itemProps4.xml><?xml version="1.0" encoding="utf-8"?>
<ds:datastoreItem xmlns:ds="http://schemas.openxmlformats.org/officeDocument/2006/customXml" ds:itemID="{3268629B-9075-4505-ACC9-29DA7209EE6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4979</TotalTime>
  <Words>1361</Words>
  <Application>Microsoft Office PowerPoint</Application>
  <PresentationFormat>On-screen Show (4:3)</PresentationFormat>
  <Paragraphs>139</Paragraphs>
  <Slides>33</Slides>
  <Notes>0</Notes>
  <HiddenSlides>0</HiddenSlides>
  <MMClips>0</MMClips>
  <ScaleCrop>false</ScaleCrop>
  <HeadingPairs>
    <vt:vector size="6" baseType="variant">
      <vt:variant>
        <vt:lpstr>Fonts Used</vt:lpstr>
      </vt:variant>
      <vt:variant>
        <vt:i4>2</vt:i4>
      </vt:variant>
      <vt:variant>
        <vt:lpstr>Theme</vt:lpstr>
      </vt:variant>
      <vt:variant>
        <vt:i4>4</vt:i4>
      </vt:variant>
      <vt:variant>
        <vt:lpstr>Slide Titles</vt:lpstr>
      </vt:variant>
      <vt:variant>
        <vt:i4>33</vt:i4>
      </vt:variant>
    </vt:vector>
  </HeadingPairs>
  <TitlesOfParts>
    <vt:vector size="39" baseType="lpstr">
      <vt:lpstr>Arial</vt:lpstr>
      <vt:lpstr>Calibri</vt:lpstr>
      <vt:lpstr>Office-teema</vt:lpstr>
      <vt:lpstr>Mukautettu suunnittelumalli</vt:lpstr>
      <vt:lpstr>1_Mukautettu suunnittelumalli</vt:lpstr>
      <vt:lpstr>2_Mukautettu suunnittelumalli</vt:lpstr>
      <vt:lpstr>A Non-Developer's Guide to Smarter Sales Processes in Microsoft Dynamics CRM 2015 - Part 1: Lead Qualification </vt:lpstr>
      <vt:lpstr>About This Presentation</vt:lpstr>
      <vt:lpstr>About Me</vt:lpstr>
      <vt:lpstr>Customizing Dynamics CRM as a Non-Developer</vt:lpstr>
      <vt:lpstr>Customization Scenarios Explored in This Series</vt:lpstr>
      <vt:lpstr>Lead Qualification</vt:lpstr>
      <vt:lpstr>The Problem</vt:lpstr>
      <vt:lpstr>Old Lead Qualification Dialog (before CRM 2013)</vt:lpstr>
      <vt:lpstr>The Big Switch</vt:lpstr>
      <vt:lpstr>Step 1: Lead Data Entry</vt:lpstr>
      <vt:lpstr>Step 2: Lead Qualification</vt:lpstr>
      <vt:lpstr>Step 3: New Opportunity</vt:lpstr>
      <vt:lpstr>The Solution</vt:lpstr>
      <vt:lpstr>Modifying the Business Process Flow</vt:lpstr>
      <vt:lpstr>The Branches</vt:lpstr>
      <vt:lpstr>Real-time Workflow</vt:lpstr>
      <vt:lpstr>Real-time Workflow (2)</vt:lpstr>
      <vt:lpstr>The Logic (1)</vt:lpstr>
      <vt:lpstr>The Logic (2)</vt:lpstr>
      <vt:lpstr>Quick View Forms &amp; Business Rules</vt:lpstr>
      <vt:lpstr>Quick View Forms &amp; Business Rules (2)</vt:lpstr>
      <vt:lpstr>Form Designer</vt:lpstr>
      <vt:lpstr>Business Rules</vt:lpstr>
      <vt:lpstr>Creating a New Lead, Type Prospect (1)</vt:lpstr>
      <vt:lpstr>Creating a New Lead, Type Prospect (2)</vt:lpstr>
      <vt:lpstr>Converting the Lead to Opportunity</vt:lpstr>
      <vt:lpstr>Creating a New Lead, Type Influencer (1)</vt:lpstr>
      <vt:lpstr>Creating a New Lead, Type Influencer (2)</vt:lpstr>
      <vt:lpstr>Creating a New Lead, Type Influencer (3)</vt:lpstr>
      <vt:lpstr>Creating a New Lead, Type Influencer (4)</vt:lpstr>
      <vt:lpstr>Updated Opportunity</vt:lpstr>
      <vt:lpstr>Final Notes</vt:lpstr>
      <vt:lpstr>Next Steps</vt:lpstr>
    </vt:vector>
  </TitlesOfParts>
  <Company>Hewlett-Packard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Non-Developer's Guide toSmarter Sales Processes inMicrosoft Dynamics CRM 2015</dc:title>
  <dc:creator>Jukka Niiranen</dc:creator>
  <cp:lastModifiedBy>Jukka Niiranen</cp:lastModifiedBy>
  <cp:revision>129</cp:revision>
  <dcterms:created xsi:type="dcterms:W3CDTF">2015-03-31T15:47:57Z</dcterms:created>
  <dcterms:modified xsi:type="dcterms:W3CDTF">2015-05-10T16:59:08Z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0x010100E6A19B01B868244895E9E1DD18A8015F00CFEC1B033C0E194F9FCF606E5E4B8225</vt:lpwstr>
  </property>
  <property fmtid="{D5CDD505-2E9C-101B-9397-08002B2CF9AE}" pid="3" name="_dlc_DocIdItemGuid">
    <vt:lpwstr>0b637fa5-84ed-461a-b878-3934951bf2fc</vt:lpwstr>
  </property>
</Properties>
</file>