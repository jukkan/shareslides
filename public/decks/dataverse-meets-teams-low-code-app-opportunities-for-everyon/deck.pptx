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4"/>
  </p:notesMasterIdLst>
  <p:sldIdLst>
    <p:sldId id="405" r:id="rId5"/>
    <p:sldId id="406" r:id="rId6"/>
    <p:sldId id="410" r:id="rId7"/>
    <p:sldId id="414" r:id="rId8"/>
    <p:sldId id="409" r:id="rId9"/>
    <p:sldId id="433" r:id="rId10"/>
    <p:sldId id="431" r:id="rId11"/>
    <p:sldId id="432" r:id="rId12"/>
    <p:sldId id="434" r:id="rId13"/>
    <p:sldId id="435" r:id="rId14"/>
    <p:sldId id="411" r:id="rId15"/>
    <p:sldId id="424" r:id="rId16"/>
    <p:sldId id="426" r:id="rId17"/>
    <p:sldId id="427" r:id="rId18"/>
    <p:sldId id="428" r:id="rId19"/>
    <p:sldId id="429" r:id="rId20"/>
    <p:sldId id="430" r:id="rId21"/>
    <p:sldId id="419" r:id="rId22"/>
    <p:sldId id="418" r:id="rId23"/>
    <p:sldId id="442" r:id="rId24"/>
    <p:sldId id="443" r:id="rId25"/>
    <p:sldId id="420" r:id="rId26"/>
    <p:sldId id="436" r:id="rId27"/>
    <p:sldId id="437" r:id="rId28"/>
    <p:sldId id="438" r:id="rId29"/>
    <p:sldId id="439" r:id="rId30"/>
    <p:sldId id="440" r:id="rId31"/>
    <p:sldId id="441" r:id="rId32"/>
    <p:sldId id="412" r:id="rId33"/>
    <p:sldId id="422" r:id="rId34"/>
    <p:sldId id="415" r:id="rId35"/>
    <p:sldId id="416" r:id="rId36"/>
    <p:sldId id="425" r:id="rId37"/>
    <p:sldId id="417" r:id="rId38"/>
    <p:sldId id="423" r:id="rId39"/>
    <p:sldId id="444" r:id="rId40"/>
    <p:sldId id="445" r:id="rId41"/>
    <p:sldId id="413" r:id="rId42"/>
    <p:sldId id="40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B61EA6-B844-4A05-8172-D3CD1ECF6B12}" v="155" dt="2022-03-23T07:51:55.5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2" autoAdjust="0"/>
    <p:restoredTop sz="95717" autoAdjust="0"/>
  </p:normalViewPr>
  <p:slideViewPr>
    <p:cSldViewPr snapToGrid="0">
      <p:cViewPr varScale="1">
        <p:scale>
          <a:sx n="93" d="100"/>
          <a:sy n="93" d="100"/>
        </p:scale>
        <p:origin x="716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kka Niiranen" userId="4f137f39-3bb0-413e-9ba0-7fddd55a4283" providerId="ADAL" clId="{5CB61EA6-B844-4A05-8172-D3CD1ECF6B12}"/>
    <pc:docChg chg="custSel modSld modShowInfo">
      <pc:chgData name="Jukka Niiranen" userId="4f137f39-3bb0-413e-9ba0-7fddd55a4283" providerId="ADAL" clId="{5CB61EA6-B844-4A05-8172-D3CD1ECF6B12}" dt="2022-03-23T11:56:22.328" v="239" actId="2744"/>
      <pc:docMkLst>
        <pc:docMk/>
      </pc:docMkLst>
      <pc:sldChg chg="delSp mod delAnim">
        <pc:chgData name="Jukka Niiranen" userId="4f137f39-3bb0-413e-9ba0-7fddd55a4283" providerId="ADAL" clId="{5CB61EA6-B844-4A05-8172-D3CD1ECF6B12}" dt="2022-03-22T21:21:39.163" v="0" actId="478"/>
        <pc:sldMkLst>
          <pc:docMk/>
          <pc:sldMk cId="2317384806" sldId="405"/>
        </pc:sldMkLst>
        <pc:picChg chg="del">
          <ac:chgData name="Jukka Niiranen" userId="4f137f39-3bb0-413e-9ba0-7fddd55a4283" providerId="ADAL" clId="{5CB61EA6-B844-4A05-8172-D3CD1ECF6B12}" dt="2022-03-22T21:21:39.163" v="0" actId="478"/>
          <ac:picMkLst>
            <pc:docMk/>
            <pc:sldMk cId="2317384806" sldId="405"/>
            <ac:picMk id="3" creationId="{60AC53CD-7842-466B-BD7F-712929935089}"/>
          </ac:picMkLst>
        </pc:picChg>
      </pc:sldChg>
      <pc:sldChg chg="delSp mod delAnim">
        <pc:chgData name="Jukka Niiranen" userId="4f137f39-3bb0-413e-9ba0-7fddd55a4283" providerId="ADAL" clId="{5CB61EA6-B844-4A05-8172-D3CD1ECF6B12}" dt="2022-03-22T21:21:41.700" v="1" actId="478"/>
        <pc:sldMkLst>
          <pc:docMk/>
          <pc:sldMk cId="1370635363" sldId="406"/>
        </pc:sldMkLst>
        <pc:picChg chg="del">
          <ac:chgData name="Jukka Niiranen" userId="4f137f39-3bb0-413e-9ba0-7fddd55a4283" providerId="ADAL" clId="{5CB61EA6-B844-4A05-8172-D3CD1ECF6B12}" dt="2022-03-22T21:21:41.700" v="1" actId="478"/>
          <ac:picMkLst>
            <pc:docMk/>
            <pc:sldMk cId="1370635363" sldId="406"/>
            <ac:picMk id="3" creationId="{853A4170-F725-416A-954A-BADD0C769548}"/>
          </ac:picMkLst>
        </pc:picChg>
      </pc:sldChg>
      <pc:sldChg chg="delSp mod delAnim">
        <pc:chgData name="Jukka Niiranen" userId="4f137f39-3bb0-413e-9ba0-7fddd55a4283" providerId="ADAL" clId="{5CB61EA6-B844-4A05-8172-D3CD1ECF6B12}" dt="2022-03-22T21:21:48.112" v="4" actId="478"/>
        <pc:sldMkLst>
          <pc:docMk/>
          <pc:sldMk cId="4257243995" sldId="409"/>
        </pc:sldMkLst>
        <pc:picChg chg="del">
          <ac:chgData name="Jukka Niiranen" userId="4f137f39-3bb0-413e-9ba0-7fddd55a4283" providerId="ADAL" clId="{5CB61EA6-B844-4A05-8172-D3CD1ECF6B12}" dt="2022-03-22T21:21:48.112" v="4" actId="478"/>
          <ac:picMkLst>
            <pc:docMk/>
            <pc:sldMk cId="4257243995" sldId="409"/>
            <ac:picMk id="5" creationId="{21F9DB29-96B1-4FA2-864D-5C48E618E8D4}"/>
          </ac:picMkLst>
        </pc:picChg>
      </pc:sldChg>
      <pc:sldChg chg="addSp delSp modSp mod delAnim">
        <pc:chgData name="Jukka Niiranen" userId="4f137f39-3bb0-413e-9ba0-7fddd55a4283" providerId="ADAL" clId="{5CB61EA6-B844-4A05-8172-D3CD1ECF6B12}" dt="2022-03-23T07:34:42.241" v="79" actId="1076"/>
        <pc:sldMkLst>
          <pc:docMk/>
          <pc:sldMk cId="4095527808" sldId="410"/>
        </pc:sldMkLst>
        <pc:spChg chg="mod">
          <ac:chgData name="Jukka Niiranen" userId="4f137f39-3bb0-413e-9ba0-7fddd55a4283" providerId="ADAL" clId="{5CB61EA6-B844-4A05-8172-D3CD1ECF6B12}" dt="2022-03-23T07:34:11.276" v="77" actId="20577"/>
          <ac:spMkLst>
            <pc:docMk/>
            <pc:sldMk cId="4095527808" sldId="410"/>
            <ac:spMk id="2" creationId="{733AA22E-2584-41EB-A579-CD59A4AF28D9}"/>
          </ac:spMkLst>
        </pc:spChg>
        <pc:spChg chg="add mod">
          <ac:chgData name="Jukka Niiranen" userId="4f137f39-3bb0-413e-9ba0-7fddd55a4283" providerId="ADAL" clId="{5CB61EA6-B844-4A05-8172-D3CD1ECF6B12}" dt="2022-03-23T07:34:42.241" v="79" actId="1076"/>
          <ac:spMkLst>
            <pc:docMk/>
            <pc:sldMk cId="4095527808" sldId="410"/>
            <ac:spMk id="9" creationId="{F0721BE8-1752-4F84-B403-E78864635320}"/>
          </ac:spMkLst>
        </pc:spChg>
        <pc:picChg chg="del">
          <ac:chgData name="Jukka Niiranen" userId="4f137f39-3bb0-413e-9ba0-7fddd55a4283" providerId="ADAL" clId="{5CB61EA6-B844-4A05-8172-D3CD1ECF6B12}" dt="2022-03-22T21:21:43.964" v="2" actId="478"/>
          <ac:picMkLst>
            <pc:docMk/>
            <pc:sldMk cId="4095527808" sldId="410"/>
            <ac:picMk id="5" creationId="{C1537F71-31C0-4F1F-BA98-AAEBB8F132A7}"/>
          </ac:picMkLst>
        </pc:picChg>
        <pc:picChg chg="add mod">
          <ac:chgData name="Jukka Niiranen" userId="4f137f39-3bb0-413e-9ba0-7fddd55a4283" providerId="ADAL" clId="{5CB61EA6-B844-4A05-8172-D3CD1ECF6B12}" dt="2022-03-23T07:34:42.241" v="79" actId="1076"/>
          <ac:picMkLst>
            <pc:docMk/>
            <pc:sldMk cId="4095527808" sldId="410"/>
            <ac:picMk id="11" creationId="{1BD73831-24CD-4BA1-8725-D403156523BB}"/>
          </ac:picMkLst>
        </pc:picChg>
        <pc:picChg chg="add mod">
          <ac:chgData name="Jukka Niiranen" userId="4f137f39-3bb0-413e-9ba0-7fddd55a4283" providerId="ADAL" clId="{5CB61EA6-B844-4A05-8172-D3CD1ECF6B12}" dt="2022-03-23T07:34:42.241" v="79" actId="1076"/>
          <ac:picMkLst>
            <pc:docMk/>
            <pc:sldMk cId="4095527808" sldId="410"/>
            <ac:picMk id="12" creationId="{BEE56040-3178-4A79-A989-9DCE3CAF5921}"/>
          </ac:picMkLst>
        </pc:picChg>
        <pc:picChg chg="add mod">
          <ac:chgData name="Jukka Niiranen" userId="4f137f39-3bb0-413e-9ba0-7fddd55a4283" providerId="ADAL" clId="{5CB61EA6-B844-4A05-8172-D3CD1ECF6B12}" dt="2022-03-23T07:34:42.241" v="79" actId="1076"/>
          <ac:picMkLst>
            <pc:docMk/>
            <pc:sldMk cId="4095527808" sldId="410"/>
            <ac:picMk id="13" creationId="{B963D0D6-CF1D-4647-BA2D-83219A9460EA}"/>
          </ac:picMkLst>
        </pc:picChg>
      </pc:sldChg>
      <pc:sldChg chg="delSp mod delAnim">
        <pc:chgData name="Jukka Niiranen" userId="4f137f39-3bb0-413e-9ba0-7fddd55a4283" providerId="ADAL" clId="{5CB61EA6-B844-4A05-8172-D3CD1ECF6B12}" dt="2022-03-22T21:22:03.375" v="10" actId="478"/>
        <pc:sldMkLst>
          <pc:docMk/>
          <pc:sldMk cId="1258116366" sldId="411"/>
        </pc:sldMkLst>
        <pc:picChg chg="del">
          <ac:chgData name="Jukka Niiranen" userId="4f137f39-3bb0-413e-9ba0-7fddd55a4283" providerId="ADAL" clId="{5CB61EA6-B844-4A05-8172-D3CD1ECF6B12}" dt="2022-03-22T21:22:03.375" v="10" actId="478"/>
          <ac:picMkLst>
            <pc:docMk/>
            <pc:sldMk cId="1258116366" sldId="411"/>
            <ac:picMk id="5" creationId="{23B5763D-2B65-4C31-AA98-C6FE99098377}"/>
          </ac:picMkLst>
        </pc:picChg>
      </pc:sldChg>
      <pc:sldChg chg="delSp mod delAnim">
        <pc:chgData name="Jukka Niiranen" userId="4f137f39-3bb0-413e-9ba0-7fddd55a4283" providerId="ADAL" clId="{5CB61EA6-B844-4A05-8172-D3CD1ECF6B12}" dt="2022-03-22T21:22:48.662" v="28" actId="478"/>
        <pc:sldMkLst>
          <pc:docMk/>
          <pc:sldMk cId="4034091862" sldId="412"/>
        </pc:sldMkLst>
        <pc:picChg chg="del">
          <ac:chgData name="Jukka Niiranen" userId="4f137f39-3bb0-413e-9ba0-7fddd55a4283" providerId="ADAL" clId="{5CB61EA6-B844-4A05-8172-D3CD1ECF6B12}" dt="2022-03-22T21:22:48.662" v="28" actId="478"/>
          <ac:picMkLst>
            <pc:docMk/>
            <pc:sldMk cId="4034091862" sldId="412"/>
            <ac:picMk id="4" creationId="{2F51B324-1AA0-4745-867E-A09A0DD8BE45}"/>
          </ac:picMkLst>
        </pc:picChg>
      </pc:sldChg>
      <pc:sldChg chg="delSp mod modTransition delAnim modAnim">
        <pc:chgData name="Jukka Niiranen" userId="4f137f39-3bb0-413e-9ba0-7fddd55a4283" providerId="ADAL" clId="{5CB61EA6-B844-4A05-8172-D3CD1ECF6B12}" dt="2022-03-23T07:49:34.624" v="222"/>
        <pc:sldMkLst>
          <pc:docMk/>
          <pc:sldMk cId="2331992249" sldId="413"/>
        </pc:sldMkLst>
        <pc:picChg chg="del">
          <ac:chgData name="Jukka Niiranen" userId="4f137f39-3bb0-413e-9ba0-7fddd55a4283" providerId="ADAL" clId="{5CB61EA6-B844-4A05-8172-D3CD1ECF6B12}" dt="2022-03-22T21:23:17.528" v="37" actId="478"/>
          <ac:picMkLst>
            <pc:docMk/>
            <pc:sldMk cId="2331992249" sldId="413"/>
            <ac:picMk id="13" creationId="{03C683E2-BABD-4C41-B4BB-56B5AAD2E68A}"/>
          </ac:picMkLst>
        </pc:picChg>
      </pc:sldChg>
      <pc:sldChg chg="delSp mod delAnim">
        <pc:chgData name="Jukka Niiranen" userId="4f137f39-3bb0-413e-9ba0-7fddd55a4283" providerId="ADAL" clId="{5CB61EA6-B844-4A05-8172-D3CD1ECF6B12}" dt="2022-03-22T21:21:45.932" v="3" actId="478"/>
        <pc:sldMkLst>
          <pc:docMk/>
          <pc:sldMk cId="1135150721" sldId="414"/>
        </pc:sldMkLst>
        <pc:picChg chg="del">
          <ac:chgData name="Jukka Niiranen" userId="4f137f39-3bb0-413e-9ba0-7fddd55a4283" providerId="ADAL" clId="{5CB61EA6-B844-4A05-8172-D3CD1ECF6B12}" dt="2022-03-22T21:21:45.932" v="3" actId="478"/>
          <ac:picMkLst>
            <pc:docMk/>
            <pc:sldMk cId="1135150721" sldId="414"/>
            <ac:picMk id="5" creationId="{801FFB16-8980-4F75-BAE2-DF705A23E0A1}"/>
          </ac:picMkLst>
        </pc:picChg>
      </pc:sldChg>
      <pc:sldChg chg="delSp modSp mod delAnim">
        <pc:chgData name="Jukka Niiranen" userId="4f137f39-3bb0-413e-9ba0-7fddd55a4283" providerId="ADAL" clId="{5CB61EA6-B844-4A05-8172-D3CD1ECF6B12}" dt="2022-03-23T07:46:05.667" v="177" actId="20577"/>
        <pc:sldMkLst>
          <pc:docMk/>
          <pc:sldMk cId="381738099" sldId="415"/>
        </pc:sldMkLst>
        <pc:spChg chg="mod">
          <ac:chgData name="Jukka Niiranen" userId="4f137f39-3bb0-413e-9ba0-7fddd55a4283" providerId="ADAL" clId="{5CB61EA6-B844-4A05-8172-D3CD1ECF6B12}" dt="2022-03-23T07:46:05.667" v="177" actId="20577"/>
          <ac:spMkLst>
            <pc:docMk/>
            <pc:sldMk cId="381738099" sldId="415"/>
            <ac:spMk id="6" creationId="{1E6CC0F2-9A24-4D9C-8D52-26446E85FEB6}"/>
          </ac:spMkLst>
        </pc:spChg>
        <pc:picChg chg="del">
          <ac:chgData name="Jukka Niiranen" userId="4f137f39-3bb0-413e-9ba0-7fddd55a4283" providerId="ADAL" clId="{5CB61EA6-B844-4A05-8172-D3CD1ECF6B12}" dt="2022-03-22T21:22:53.665" v="30" actId="478"/>
          <ac:picMkLst>
            <pc:docMk/>
            <pc:sldMk cId="381738099" sldId="415"/>
            <ac:picMk id="13" creationId="{08B3C3AF-987B-4242-9B4B-E8EEAA672099}"/>
          </ac:picMkLst>
        </pc:picChg>
      </pc:sldChg>
      <pc:sldChg chg="delSp mod delAnim">
        <pc:chgData name="Jukka Niiranen" userId="4f137f39-3bb0-413e-9ba0-7fddd55a4283" providerId="ADAL" clId="{5CB61EA6-B844-4A05-8172-D3CD1ECF6B12}" dt="2022-03-22T21:22:56.607" v="31" actId="478"/>
        <pc:sldMkLst>
          <pc:docMk/>
          <pc:sldMk cId="3063656066" sldId="416"/>
        </pc:sldMkLst>
        <pc:picChg chg="del">
          <ac:chgData name="Jukka Niiranen" userId="4f137f39-3bb0-413e-9ba0-7fddd55a4283" providerId="ADAL" clId="{5CB61EA6-B844-4A05-8172-D3CD1ECF6B12}" dt="2022-03-22T21:22:56.607" v="31" actId="478"/>
          <ac:picMkLst>
            <pc:docMk/>
            <pc:sldMk cId="3063656066" sldId="416"/>
            <ac:picMk id="13" creationId="{598E9A86-169E-4CB1-9242-59EF7FE4A9CD}"/>
          </ac:picMkLst>
        </pc:picChg>
      </pc:sldChg>
      <pc:sldChg chg="addSp delSp modSp mod delAnim">
        <pc:chgData name="Jukka Niiranen" userId="4f137f39-3bb0-413e-9ba0-7fddd55a4283" providerId="ADAL" clId="{5CB61EA6-B844-4A05-8172-D3CD1ECF6B12}" dt="2022-03-23T07:47:19.810" v="180" actId="207"/>
        <pc:sldMkLst>
          <pc:docMk/>
          <pc:sldMk cId="3532608703" sldId="417"/>
        </pc:sldMkLst>
        <pc:picChg chg="del">
          <ac:chgData name="Jukka Niiranen" userId="4f137f39-3bb0-413e-9ba0-7fddd55a4283" providerId="ADAL" clId="{5CB61EA6-B844-4A05-8172-D3CD1ECF6B12}" dt="2022-03-22T21:23:07.573" v="33" actId="478"/>
          <ac:picMkLst>
            <pc:docMk/>
            <pc:sldMk cId="3532608703" sldId="417"/>
            <ac:picMk id="5" creationId="{50854C3B-EAE0-4865-AC8C-003175479FC6}"/>
          </ac:picMkLst>
        </pc:picChg>
        <pc:picChg chg="add mod">
          <ac:chgData name="Jukka Niiranen" userId="4f137f39-3bb0-413e-9ba0-7fddd55a4283" providerId="ADAL" clId="{5CB61EA6-B844-4A05-8172-D3CD1ECF6B12}" dt="2022-03-23T07:47:19.810" v="180" actId="207"/>
          <ac:picMkLst>
            <pc:docMk/>
            <pc:sldMk cId="3532608703" sldId="417"/>
            <ac:picMk id="6" creationId="{F15BEAA6-2DE9-4BBC-BE7D-A55B0C06882D}"/>
          </ac:picMkLst>
        </pc:picChg>
      </pc:sldChg>
      <pc:sldChg chg="delSp mod delAnim">
        <pc:chgData name="Jukka Niiranen" userId="4f137f39-3bb0-413e-9ba0-7fddd55a4283" providerId="ADAL" clId="{5CB61EA6-B844-4A05-8172-D3CD1ECF6B12}" dt="2022-03-22T21:22:22.952" v="18" actId="478"/>
        <pc:sldMkLst>
          <pc:docMk/>
          <pc:sldMk cId="109821522" sldId="418"/>
        </pc:sldMkLst>
        <pc:picChg chg="del">
          <ac:chgData name="Jukka Niiranen" userId="4f137f39-3bb0-413e-9ba0-7fddd55a4283" providerId="ADAL" clId="{5CB61EA6-B844-4A05-8172-D3CD1ECF6B12}" dt="2022-03-22T21:22:22.952" v="18" actId="478"/>
          <ac:picMkLst>
            <pc:docMk/>
            <pc:sldMk cId="109821522" sldId="418"/>
            <ac:picMk id="5" creationId="{DB057940-2772-4BD6-B73F-77B0029CF35D}"/>
          </ac:picMkLst>
        </pc:picChg>
      </pc:sldChg>
      <pc:sldChg chg="delSp modSp mod delAnim modAnim">
        <pc:chgData name="Jukka Niiranen" userId="4f137f39-3bb0-413e-9ba0-7fddd55a4283" providerId="ADAL" clId="{5CB61EA6-B844-4A05-8172-D3CD1ECF6B12}" dt="2022-03-23T07:40:16.275" v="136" actId="20577"/>
        <pc:sldMkLst>
          <pc:docMk/>
          <pc:sldMk cId="3352835188" sldId="419"/>
        </pc:sldMkLst>
        <pc:spChg chg="mod">
          <ac:chgData name="Jukka Niiranen" userId="4f137f39-3bb0-413e-9ba0-7fddd55a4283" providerId="ADAL" clId="{5CB61EA6-B844-4A05-8172-D3CD1ECF6B12}" dt="2022-03-23T07:40:16.275" v="136" actId="20577"/>
          <ac:spMkLst>
            <pc:docMk/>
            <pc:sldMk cId="3352835188" sldId="419"/>
            <ac:spMk id="4" creationId="{35AD3989-89F7-4797-9200-6C2B3754ADC0}"/>
          </ac:spMkLst>
        </pc:spChg>
        <pc:picChg chg="del">
          <ac:chgData name="Jukka Niiranen" userId="4f137f39-3bb0-413e-9ba0-7fddd55a4283" providerId="ADAL" clId="{5CB61EA6-B844-4A05-8172-D3CD1ECF6B12}" dt="2022-03-22T21:22:20.313" v="17" actId="478"/>
          <ac:picMkLst>
            <pc:docMk/>
            <pc:sldMk cId="3352835188" sldId="419"/>
            <ac:picMk id="5" creationId="{BFBB8803-58C0-427B-B815-124581C54BBC}"/>
          </ac:picMkLst>
        </pc:picChg>
      </pc:sldChg>
      <pc:sldChg chg="delSp mod delAnim">
        <pc:chgData name="Jukka Niiranen" userId="4f137f39-3bb0-413e-9ba0-7fddd55a4283" providerId="ADAL" clId="{5CB61EA6-B844-4A05-8172-D3CD1ECF6B12}" dt="2022-03-22T21:22:30.490" v="21" actId="478"/>
        <pc:sldMkLst>
          <pc:docMk/>
          <pc:sldMk cId="2322454110" sldId="420"/>
        </pc:sldMkLst>
        <pc:picChg chg="del">
          <ac:chgData name="Jukka Niiranen" userId="4f137f39-3bb0-413e-9ba0-7fddd55a4283" providerId="ADAL" clId="{5CB61EA6-B844-4A05-8172-D3CD1ECF6B12}" dt="2022-03-22T21:22:30.490" v="21" actId="478"/>
          <ac:picMkLst>
            <pc:docMk/>
            <pc:sldMk cId="2322454110" sldId="420"/>
            <ac:picMk id="5" creationId="{02DBD256-89AE-47EF-9367-7770011AD87C}"/>
          </ac:picMkLst>
        </pc:picChg>
      </pc:sldChg>
      <pc:sldChg chg="delSp modSp mod delAnim">
        <pc:chgData name="Jukka Niiranen" userId="4f137f39-3bb0-413e-9ba0-7fddd55a4283" providerId="ADAL" clId="{5CB61EA6-B844-4A05-8172-D3CD1ECF6B12}" dt="2022-03-23T07:45:16.619" v="175" actId="20577"/>
        <pc:sldMkLst>
          <pc:docMk/>
          <pc:sldMk cId="48523052" sldId="422"/>
        </pc:sldMkLst>
        <pc:spChg chg="mod">
          <ac:chgData name="Jukka Niiranen" userId="4f137f39-3bb0-413e-9ba0-7fddd55a4283" providerId="ADAL" clId="{5CB61EA6-B844-4A05-8172-D3CD1ECF6B12}" dt="2022-03-23T07:45:16.619" v="175" actId="20577"/>
          <ac:spMkLst>
            <pc:docMk/>
            <pc:sldMk cId="48523052" sldId="422"/>
            <ac:spMk id="2" creationId="{33DDEE49-B89A-4195-8F76-061BBCB6D2A7}"/>
          </ac:spMkLst>
        </pc:spChg>
        <pc:picChg chg="del">
          <ac:chgData name="Jukka Niiranen" userId="4f137f39-3bb0-413e-9ba0-7fddd55a4283" providerId="ADAL" clId="{5CB61EA6-B844-4A05-8172-D3CD1ECF6B12}" dt="2022-03-22T21:22:51.371" v="29" actId="478"/>
          <ac:picMkLst>
            <pc:docMk/>
            <pc:sldMk cId="48523052" sldId="422"/>
            <ac:picMk id="7" creationId="{109C01BA-6068-4055-B30B-3B09D89C7B3A}"/>
          </ac:picMkLst>
        </pc:picChg>
      </pc:sldChg>
      <pc:sldChg chg="delSp mod delAnim modShow">
        <pc:chgData name="Jukka Niiranen" userId="4f137f39-3bb0-413e-9ba0-7fddd55a4283" providerId="ADAL" clId="{5CB61EA6-B844-4A05-8172-D3CD1ECF6B12}" dt="2022-03-23T11:56:15.526" v="238" actId="729"/>
        <pc:sldMkLst>
          <pc:docMk/>
          <pc:sldMk cId="222135137" sldId="423"/>
        </pc:sldMkLst>
        <pc:picChg chg="del">
          <ac:chgData name="Jukka Niiranen" userId="4f137f39-3bb0-413e-9ba0-7fddd55a4283" providerId="ADAL" clId="{5CB61EA6-B844-4A05-8172-D3CD1ECF6B12}" dt="2022-03-22T21:23:10.428" v="34" actId="478"/>
          <ac:picMkLst>
            <pc:docMk/>
            <pc:sldMk cId="222135137" sldId="423"/>
            <ac:picMk id="5" creationId="{460FD5CF-81CB-4782-BA93-4F783817418E}"/>
          </ac:picMkLst>
        </pc:picChg>
      </pc:sldChg>
      <pc:sldChg chg="delSp mod delAnim">
        <pc:chgData name="Jukka Niiranen" userId="4f137f39-3bb0-413e-9ba0-7fddd55a4283" providerId="ADAL" clId="{5CB61EA6-B844-4A05-8172-D3CD1ECF6B12}" dt="2022-03-22T21:22:05.739" v="11" actId="478"/>
        <pc:sldMkLst>
          <pc:docMk/>
          <pc:sldMk cId="3917413693" sldId="424"/>
        </pc:sldMkLst>
        <pc:picChg chg="del">
          <ac:chgData name="Jukka Niiranen" userId="4f137f39-3bb0-413e-9ba0-7fddd55a4283" providerId="ADAL" clId="{5CB61EA6-B844-4A05-8172-D3CD1ECF6B12}" dt="2022-03-22T21:22:05.739" v="11" actId="478"/>
          <ac:picMkLst>
            <pc:docMk/>
            <pc:sldMk cId="3917413693" sldId="424"/>
            <ac:picMk id="2" creationId="{C975DE46-D0D4-4A03-ADD2-E193DF131B72}"/>
          </ac:picMkLst>
        </pc:picChg>
      </pc:sldChg>
      <pc:sldChg chg="delSp mod delAnim">
        <pc:chgData name="Jukka Niiranen" userId="4f137f39-3bb0-413e-9ba0-7fddd55a4283" providerId="ADAL" clId="{5CB61EA6-B844-4A05-8172-D3CD1ECF6B12}" dt="2022-03-22T21:23:05.503" v="32" actId="478"/>
        <pc:sldMkLst>
          <pc:docMk/>
          <pc:sldMk cId="3556265732" sldId="425"/>
        </pc:sldMkLst>
        <pc:picChg chg="del">
          <ac:chgData name="Jukka Niiranen" userId="4f137f39-3bb0-413e-9ba0-7fddd55a4283" providerId="ADAL" clId="{5CB61EA6-B844-4A05-8172-D3CD1ECF6B12}" dt="2022-03-22T21:23:05.503" v="32" actId="478"/>
          <ac:picMkLst>
            <pc:docMk/>
            <pc:sldMk cId="3556265732" sldId="425"/>
            <ac:picMk id="7" creationId="{231403BF-0D20-4450-9FD0-5222DD1DDC81}"/>
          </ac:picMkLst>
        </pc:picChg>
      </pc:sldChg>
      <pc:sldChg chg="delSp modSp mod delAnim">
        <pc:chgData name="Jukka Niiranen" userId="4f137f39-3bb0-413e-9ba0-7fddd55a4283" providerId="ADAL" clId="{5CB61EA6-B844-4A05-8172-D3CD1ECF6B12}" dt="2022-03-23T07:38:26.212" v="96" actId="20577"/>
        <pc:sldMkLst>
          <pc:docMk/>
          <pc:sldMk cId="1785383130" sldId="426"/>
        </pc:sldMkLst>
        <pc:spChg chg="mod">
          <ac:chgData name="Jukka Niiranen" userId="4f137f39-3bb0-413e-9ba0-7fddd55a4283" providerId="ADAL" clId="{5CB61EA6-B844-4A05-8172-D3CD1ECF6B12}" dt="2022-03-23T07:38:26.212" v="96" actId="20577"/>
          <ac:spMkLst>
            <pc:docMk/>
            <pc:sldMk cId="1785383130" sldId="426"/>
            <ac:spMk id="2" creationId="{E0134ACE-F784-41E2-83B5-FDDE23AA237E}"/>
          </ac:spMkLst>
        </pc:spChg>
        <pc:picChg chg="del">
          <ac:chgData name="Jukka Niiranen" userId="4f137f39-3bb0-413e-9ba0-7fddd55a4283" providerId="ADAL" clId="{5CB61EA6-B844-4A05-8172-D3CD1ECF6B12}" dt="2022-03-22T21:22:07.856" v="12" actId="478"/>
          <ac:picMkLst>
            <pc:docMk/>
            <pc:sldMk cId="1785383130" sldId="426"/>
            <ac:picMk id="5" creationId="{7BB6B12F-6AF5-424E-9601-1A4C47952B5B}"/>
          </ac:picMkLst>
        </pc:picChg>
      </pc:sldChg>
      <pc:sldChg chg="delSp mod delAnim">
        <pc:chgData name="Jukka Niiranen" userId="4f137f39-3bb0-413e-9ba0-7fddd55a4283" providerId="ADAL" clId="{5CB61EA6-B844-4A05-8172-D3CD1ECF6B12}" dt="2022-03-22T21:22:10.307" v="13" actId="478"/>
        <pc:sldMkLst>
          <pc:docMk/>
          <pc:sldMk cId="2324258209" sldId="427"/>
        </pc:sldMkLst>
        <pc:picChg chg="del">
          <ac:chgData name="Jukka Niiranen" userId="4f137f39-3bb0-413e-9ba0-7fddd55a4283" providerId="ADAL" clId="{5CB61EA6-B844-4A05-8172-D3CD1ECF6B12}" dt="2022-03-22T21:22:10.307" v="13" actId="478"/>
          <ac:picMkLst>
            <pc:docMk/>
            <pc:sldMk cId="2324258209" sldId="427"/>
            <ac:picMk id="3" creationId="{66921FCA-DB96-49C1-9EE6-745FC2749CC3}"/>
          </ac:picMkLst>
        </pc:picChg>
      </pc:sldChg>
      <pc:sldChg chg="delSp mod modTransition delAnim">
        <pc:chgData name="Jukka Niiranen" userId="4f137f39-3bb0-413e-9ba0-7fddd55a4283" providerId="ADAL" clId="{5CB61EA6-B844-4A05-8172-D3CD1ECF6B12}" dt="2022-03-23T07:50:48.665" v="225"/>
        <pc:sldMkLst>
          <pc:docMk/>
          <pc:sldMk cId="3028670099" sldId="428"/>
        </pc:sldMkLst>
        <pc:picChg chg="del">
          <ac:chgData name="Jukka Niiranen" userId="4f137f39-3bb0-413e-9ba0-7fddd55a4283" providerId="ADAL" clId="{5CB61EA6-B844-4A05-8172-D3CD1ECF6B12}" dt="2022-03-22T21:22:12.571" v="14" actId="478"/>
          <ac:picMkLst>
            <pc:docMk/>
            <pc:sldMk cId="3028670099" sldId="428"/>
            <ac:picMk id="3" creationId="{28B36DDE-BD72-403B-9EA1-F3ECB0DDDF9D}"/>
          </ac:picMkLst>
        </pc:picChg>
      </pc:sldChg>
      <pc:sldChg chg="delSp mod modTransition delAnim">
        <pc:chgData name="Jukka Niiranen" userId="4f137f39-3bb0-413e-9ba0-7fddd55a4283" providerId="ADAL" clId="{5CB61EA6-B844-4A05-8172-D3CD1ECF6B12}" dt="2022-03-23T07:50:53.094" v="226"/>
        <pc:sldMkLst>
          <pc:docMk/>
          <pc:sldMk cId="4088843697" sldId="429"/>
        </pc:sldMkLst>
        <pc:picChg chg="del">
          <ac:chgData name="Jukka Niiranen" userId="4f137f39-3bb0-413e-9ba0-7fddd55a4283" providerId="ADAL" clId="{5CB61EA6-B844-4A05-8172-D3CD1ECF6B12}" dt="2022-03-22T21:22:15.042" v="15" actId="478"/>
          <ac:picMkLst>
            <pc:docMk/>
            <pc:sldMk cId="4088843697" sldId="429"/>
            <ac:picMk id="3" creationId="{B23AC4A0-0527-48AF-9C7B-6A0B434E6475}"/>
          </ac:picMkLst>
        </pc:picChg>
      </pc:sldChg>
      <pc:sldChg chg="delSp mod modTransition delAnim">
        <pc:chgData name="Jukka Niiranen" userId="4f137f39-3bb0-413e-9ba0-7fddd55a4283" providerId="ADAL" clId="{5CB61EA6-B844-4A05-8172-D3CD1ECF6B12}" dt="2022-03-23T07:50:56.569" v="227"/>
        <pc:sldMkLst>
          <pc:docMk/>
          <pc:sldMk cId="2750260367" sldId="430"/>
        </pc:sldMkLst>
        <pc:picChg chg="del">
          <ac:chgData name="Jukka Niiranen" userId="4f137f39-3bb0-413e-9ba0-7fddd55a4283" providerId="ADAL" clId="{5CB61EA6-B844-4A05-8172-D3CD1ECF6B12}" dt="2022-03-22T21:22:17.418" v="16" actId="478"/>
          <ac:picMkLst>
            <pc:docMk/>
            <pc:sldMk cId="2750260367" sldId="430"/>
            <ac:picMk id="3" creationId="{868C93E7-4C81-4505-ABD3-5F003A0F8734}"/>
          </ac:picMkLst>
        </pc:picChg>
      </pc:sldChg>
      <pc:sldChg chg="delSp mod delAnim">
        <pc:chgData name="Jukka Niiranen" userId="4f137f39-3bb0-413e-9ba0-7fddd55a4283" providerId="ADAL" clId="{5CB61EA6-B844-4A05-8172-D3CD1ECF6B12}" dt="2022-03-22T21:21:53.104" v="6" actId="478"/>
        <pc:sldMkLst>
          <pc:docMk/>
          <pc:sldMk cId="3442952021" sldId="431"/>
        </pc:sldMkLst>
        <pc:picChg chg="del">
          <ac:chgData name="Jukka Niiranen" userId="4f137f39-3bb0-413e-9ba0-7fddd55a4283" providerId="ADAL" clId="{5CB61EA6-B844-4A05-8172-D3CD1ECF6B12}" dt="2022-03-22T21:21:53.104" v="6" actId="478"/>
          <ac:picMkLst>
            <pc:docMk/>
            <pc:sldMk cId="3442952021" sldId="431"/>
            <ac:picMk id="9" creationId="{7D937BB7-858E-4E34-AF73-3EA52FFE486C}"/>
          </ac:picMkLst>
        </pc:picChg>
      </pc:sldChg>
      <pc:sldChg chg="delSp modSp mod delAnim">
        <pc:chgData name="Jukka Niiranen" userId="4f137f39-3bb0-413e-9ba0-7fddd55a4283" providerId="ADAL" clId="{5CB61EA6-B844-4A05-8172-D3CD1ECF6B12}" dt="2022-03-23T07:36:47.911" v="83" actId="5793"/>
        <pc:sldMkLst>
          <pc:docMk/>
          <pc:sldMk cId="903168837" sldId="432"/>
        </pc:sldMkLst>
        <pc:spChg chg="mod">
          <ac:chgData name="Jukka Niiranen" userId="4f137f39-3bb0-413e-9ba0-7fddd55a4283" providerId="ADAL" clId="{5CB61EA6-B844-4A05-8172-D3CD1ECF6B12}" dt="2022-03-23T07:36:47.911" v="83" actId="5793"/>
          <ac:spMkLst>
            <pc:docMk/>
            <pc:sldMk cId="903168837" sldId="432"/>
            <ac:spMk id="2" creationId="{D1989907-AFEB-4C96-A3FB-5EF3C2EC2875}"/>
          </ac:spMkLst>
        </pc:spChg>
        <pc:picChg chg="del">
          <ac:chgData name="Jukka Niiranen" userId="4f137f39-3bb0-413e-9ba0-7fddd55a4283" providerId="ADAL" clId="{5CB61EA6-B844-4A05-8172-D3CD1ECF6B12}" dt="2022-03-22T21:21:55.679" v="7" actId="478"/>
          <ac:picMkLst>
            <pc:docMk/>
            <pc:sldMk cId="903168837" sldId="432"/>
            <ac:picMk id="7" creationId="{3BC99770-3691-457D-99D4-4E1B52D680A3}"/>
          </ac:picMkLst>
        </pc:picChg>
      </pc:sldChg>
      <pc:sldChg chg="delSp mod delAnim">
        <pc:chgData name="Jukka Niiranen" userId="4f137f39-3bb0-413e-9ba0-7fddd55a4283" providerId="ADAL" clId="{5CB61EA6-B844-4A05-8172-D3CD1ECF6B12}" dt="2022-03-22T21:21:50.443" v="5" actId="478"/>
        <pc:sldMkLst>
          <pc:docMk/>
          <pc:sldMk cId="1470415476" sldId="433"/>
        </pc:sldMkLst>
        <pc:picChg chg="del">
          <ac:chgData name="Jukka Niiranen" userId="4f137f39-3bb0-413e-9ba0-7fddd55a4283" providerId="ADAL" clId="{5CB61EA6-B844-4A05-8172-D3CD1ECF6B12}" dt="2022-03-22T21:21:50.443" v="5" actId="478"/>
          <ac:picMkLst>
            <pc:docMk/>
            <pc:sldMk cId="1470415476" sldId="433"/>
            <ac:picMk id="6" creationId="{5DC9DC7C-8A6C-4AA5-9BD5-A1798F08FCE9}"/>
          </ac:picMkLst>
        </pc:picChg>
      </pc:sldChg>
      <pc:sldChg chg="delSp mod delAnim">
        <pc:chgData name="Jukka Niiranen" userId="4f137f39-3bb0-413e-9ba0-7fddd55a4283" providerId="ADAL" clId="{5CB61EA6-B844-4A05-8172-D3CD1ECF6B12}" dt="2022-03-22T21:21:58.275" v="8" actId="478"/>
        <pc:sldMkLst>
          <pc:docMk/>
          <pc:sldMk cId="3453551020" sldId="434"/>
        </pc:sldMkLst>
        <pc:picChg chg="del">
          <ac:chgData name="Jukka Niiranen" userId="4f137f39-3bb0-413e-9ba0-7fddd55a4283" providerId="ADAL" clId="{5CB61EA6-B844-4A05-8172-D3CD1ECF6B12}" dt="2022-03-22T21:21:58.275" v="8" actId="478"/>
          <ac:picMkLst>
            <pc:docMk/>
            <pc:sldMk cId="3453551020" sldId="434"/>
            <ac:picMk id="2" creationId="{D3CF56FD-2F68-4A29-A846-3FE41EE62B1C}"/>
          </ac:picMkLst>
        </pc:picChg>
      </pc:sldChg>
      <pc:sldChg chg="delSp modSp mod delAnim">
        <pc:chgData name="Jukka Niiranen" userId="4f137f39-3bb0-413e-9ba0-7fddd55a4283" providerId="ADAL" clId="{5CB61EA6-B844-4A05-8172-D3CD1ECF6B12}" dt="2022-03-23T07:37:43.867" v="84" actId="20577"/>
        <pc:sldMkLst>
          <pc:docMk/>
          <pc:sldMk cId="4020144903" sldId="435"/>
        </pc:sldMkLst>
        <pc:spChg chg="mod">
          <ac:chgData name="Jukka Niiranen" userId="4f137f39-3bb0-413e-9ba0-7fddd55a4283" providerId="ADAL" clId="{5CB61EA6-B844-4A05-8172-D3CD1ECF6B12}" dt="2022-03-23T07:37:43.867" v="84" actId="20577"/>
          <ac:spMkLst>
            <pc:docMk/>
            <pc:sldMk cId="4020144903" sldId="435"/>
            <ac:spMk id="2" creationId="{92A4D888-5EBE-43BA-B274-8F0D0CEB9F50}"/>
          </ac:spMkLst>
        </pc:spChg>
        <pc:picChg chg="del">
          <ac:chgData name="Jukka Niiranen" userId="4f137f39-3bb0-413e-9ba0-7fddd55a4283" providerId="ADAL" clId="{5CB61EA6-B844-4A05-8172-D3CD1ECF6B12}" dt="2022-03-22T21:22:01.001" v="9" actId="478"/>
          <ac:picMkLst>
            <pc:docMk/>
            <pc:sldMk cId="4020144903" sldId="435"/>
            <ac:picMk id="5" creationId="{BCC14216-26F4-4A8C-9BEE-F3282792F074}"/>
          </ac:picMkLst>
        </pc:picChg>
      </pc:sldChg>
      <pc:sldChg chg="delSp mod modTransition delAnim">
        <pc:chgData name="Jukka Niiranen" userId="4f137f39-3bb0-413e-9ba0-7fddd55a4283" providerId="ADAL" clId="{5CB61EA6-B844-4A05-8172-D3CD1ECF6B12}" dt="2022-03-23T07:51:34.455" v="231"/>
        <pc:sldMkLst>
          <pc:docMk/>
          <pc:sldMk cId="197599594" sldId="436"/>
        </pc:sldMkLst>
        <pc:picChg chg="del">
          <ac:chgData name="Jukka Niiranen" userId="4f137f39-3bb0-413e-9ba0-7fddd55a4283" providerId="ADAL" clId="{5CB61EA6-B844-4A05-8172-D3CD1ECF6B12}" dt="2022-03-22T21:22:33.419" v="22" actId="478"/>
          <ac:picMkLst>
            <pc:docMk/>
            <pc:sldMk cId="197599594" sldId="436"/>
            <ac:picMk id="2" creationId="{2F220FB1-6C68-4963-8598-3847D5DD60E5}"/>
          </ac:picMkLst>
        </pc:picChg>
      </pc:sldChg>
      <pc:sldChg chg="delSp mod modTransition delAnim">
        <pc:chgData name="Jukka Niiranen" userId="4f137f39-3bb0-413e-9ba0-7fddd55a4283" providerId="ADAL" clId="{5CB61EA6-B844-4A05-8172-D3CD1ECF6B12}" dt="2022-03-23T07:51:37.099" v="232"/>
        <pc:sldMkLst>
          <pc:docMk/>
          <pc:sldMk cId="1985439042" sldId="437"/>
        </pc:sldMkLst>
        <pc:picChg chg="del">
          <ac:chgData name="Jukka Niiranen" userId="4f137f39-3bb0-413e-9ba0-7fddd55a4283" providerId="ADAL" clId="{5CB61EA6-B844-4A05-8172-D3CD1ECF6B12}" dt="2022-03-22T21:22:35.455" v="23" actId="478"/>
          <ac:picMkLst>
            <pc:docMk/>
            <pc:sldMk cId="1985439042" sldId="437"/>
            <ac:picMk id="2" creationId="{89424799-3853-4844-A484-3018C9B2D942}"/>
          </ac:picMkLst>
        </pc:picChg>
      </pc:sldChg>
      <pc:sldChg chg="delSp mod modTransition delAnim">
        <pc:chgData name="Jukka Niiranen" userId="4f137f39-3bb0-413e-9ba0-7fddd55a4283" providerId="ADAL" clId="{5CB61EA6-B844-4A05-8172-D3CD1ECF6B12}" dt="2022-03-23T07:51:40.695" v="233"/>
        <pc:sldMkLst>
          <pc:docMk/>
          <pc:sldMk cId="961068524" sldId="438"/>
        </pc:sldMkLst>
        <pc:picChg chg="del">
          <ac:chgData name="Jukka Niiranen" userId="4f137f39-3bb0-413e-9ba0-7fddd55a4283" providerId="ADAL" clId="{5CB61EA6-B844-4A05-8172-D3CD1ECF6B12}" dt="2022-03-22T21:22:37.324" v="24" actId="478"/>
          <ac:picMkLst>
            <pc:docMk/>
            <pc:sldMk cId="961068524" sldId="438"/>
            <ac:picMk id="2" creationId="{5E003423-A6D4-4C16-B160-9B28ECDAA5AC}"/>
          </ac:picMkLst>
        </pc:picChg>
      </pc:sldChg>
      <pc:sldChg chg="delSp mod modTransition delAnim">
        <pc:chgData name="Jukka Niiranen" userId="4f137f39-3bb0-413e-9ba0-7fddd55a4283" providerId="ADAL" clId="{5CB61EA6-B844-4A05-8172-D3CD1ECF6B12}" dt="2022-03-23T07:51:44.037" v="234"/>
        <pc:sldMkLst>
          <pc:docMk/>
          <pc:sldMk cId="4203429720" sldId="439"/>
        </pc:sldMkLst>
        <pc:picChg chg="del">
          <ac:chgData name="Jukka Niiranen" userId="4f137f39-3bb0-413e-9ba0-7fddd55a4283" providerId="ADAL" clId="{5CB61EA6-B844-4A05-8172-D3CD1ECF6B12}" dt="2022-03-22T21:22:40.014" v="25" actId="478"/>
          <ac:picMkLst>
            <pc:docMk/>
            <pc:sldMk cId="4203429720" sldId="439"/>
            <ac:picMk id="2" creationId="{5C05E693-6E73-4ED4-8D20-5509E5812A2E}"/>
          </ac:picMkLst>
        </pc:picChg>
      </pc:sldChg>
      <pc:sldChg chg="delSp mod modTransition delAnim">
        <pc:chgData name="Jukka Niiranen" userId="4f137f39-3bb0-413e-9ba0-7fddd55a4283" providerId="ADAL" clId="{5CB61EA6-B844-4A05-8172-D3CD1ECF6B12}" dt="2022-03-23T07:51:47.499" v="235"/>
        <pc:sldMkLst>
          <pc:docMk/>
          <pc:sldMk cId="1177830137" sldId="440"/>
        </pc:sldMkLst>
        <pc:picChg chg="del">
          <ac:chgData name="Jukka Niiranen" userId="4f137f39-3bb0-413e-9ba0-7fddd55a4283" providerId="ADAL" clId="{5CB61EA6-B844-4A05-8172-D3CD1ECF6B12}" dt="2022-03-22T21:22:43.357" v="26" actId="478"/>
          <ac:picMkLst>
            <pc:docMk/>
            <pc:sldMk cId="1177830137" sldId="440"/>
            <ac:picMk id="2" creationId="{B45A6516-F96E-4093-B772-2BF8659DB881}"/>
          </ac:picMkLst>
        </pc:picChg>
      </pc:sldChg>
      <pc:sldChg chg="delSp mod modTransition delAnim">
        <pc:chgData name="Jukka Niiranen" userId="4f137f39-3bb0-413e-9ba0-7fddd55a4283" providerId="ADAL" clId="{5CB61EA6-B844-4A05-8172-D3CD1ECF6B12}" dt="2022-03-23T07:51:55.586" v="237"/>
        <pc:sldMkLst>
          <pc:docMk/>
          <pc:sldMk cId="3840641406" sldId="441"/>
        </pc:sldMkLst>
        <pc:picChg chg="del">
          <ac:chgData name="Jukka Niiranen" userId="4f137f39-3bb0-413e-9ba0-7fddd55a4283" providerId="ADAL" clId="{5CB61EA6-B844-4A05-8172-D3CD1ECF6B12}" dt="2022-03-22T21:22:45.982" v="27" actId="478"/>
          <ac:picMkLst>
            <pc:docMk/>
            <pc:sldMk cId="3840641406" sldId="441"/>
            <ac:picMk id="2" creationId="{CA70D95B-0EF3-4EEF-B6DA-F5228F84666D}"/>
          </ac:picMkLst>
        </pc:picChg>
      </pc:sldChg>
      <pc:sldChg chg="delSp mod modTransition delAnim">
        <pc:chgData name="Jukka Niiranen" userId="4f137f39-3bb0-413e-9ba0-7fddd55a4283" providerId="ADAL" clId="{5CB61EA6-B844-4A05-8172-D3CD1ECF6B12}" dt="2022-03-23T07:51:16.133" v="228"/>
        <pc:sldMkLst>
          <pc:docMk/>
          <pc:sldMk cId="2594373984" sldId="442"/>
        </pc:sldMkLst>
        <pc:picChg chg="del">
          <ac:chgData name="Jukka Niiranen" userId="4f137f39-3bb0-413e-9ba0-7fddd55a4283" providerId="ADAL" clId="{5CB61EA6-B844-4A05-8172-D3CD1ECF6B12}" dt="2022-03-22T21:22:25.638" v="19" actId="478"/>
          <ac:picMkLst>
            <pc:docMk/>
            <pc:sldMk cId="2594373984" sldId="442"/>
            <ac:picMk id="6" creationId="{C343700B-9A62-437A-8D3A-92E2196D44F6}"/>
          </ac:picMkLst>
        </pc:picChg>
      </pc:sldChg>
      <pc:sldChg chg="delSp modSp mod modTransition delAnim">
        <pc:chgData name="Jukka Niiranen" userId="4f137f39-3bb0-413e-9ba0-7fddd55a4283" providerId="ADAL" clId="{5CB61EA6-B844-4A05-8172-D3CD1ECF6B12}" dt="2022-03-23T07:51:20.812" v="229"/>
        <pc:sldMkLst>
          <pc:docMk/>
          <pc:sldMk cId="3800443679" sldId="443"/>
        </pc:sldMkLst>
        <pc:picChg chg="mod">
          <ac:chgData name="Jukka Niiranen" userId="4f137f39-3bb0-413e-9ba0-7fddd55a4283" providerId="ADAL" clId="{5CB61EA6-B844-4A05-8172-D3CD1ECF6B12}" dt="2022-03-23T07:41:47.893" v="138"/>
          <ac:picMkLst>
            <pc:docMk/>
            <pc:sldMk cId="3800443679" sldId="443"/>
            <ac:picMk id="5" creationId="{A45AB272-4E99-45AA-BA1A-E8568B2CA6B5}"/>
          </ac:picMkLst>
        </pc:picChg>
        <pc:picChg chg="del">
          <ac:chgData name="Jukka Niiranen" userId="4f137f39-3bb0-413e-9ba0-7fddd55a4283" providerId="ADAL" clId="{5CB61EA6-B844-4A05-8172-D3CD1ECF6B12}" dt="2022-03-22T21:22:27.671" v="20" actId="478"/>
          <ac:picMkLst>
            <pc:docMk/>
            <pc:sldMk cId="3800443679" sldId="443"/>
            <ac:picMk id="8" creationId="{F34FD800-EF45-4E8F-B870-2B68397D8967}"/>
          </ac:picMkLst>
        </pc:picChg>
      </pc:sldChg>
      <pc:sldChg chg="delSp mod delAnim">
        <pc:chgData name="Jukka Niiranen" userId="4f137f39-3bb0-413e-9ba0-7fddd55a4283" providerId="ADAL" clId="{5CB61EA6-B844-4A05-8172-D3CD1ECF6B12}" dt="2022-03-22T21:23:13.295" v="35" actId="478"/>
        <pc:sldMkLst>
          <pc:docMk/>
          <pc:sldMk cId="2726696090" sldId="444"/>
        </pc:sldMkLst>
        <pc:picChg chg="del">
          <ac:chgData name="Jukka Niiranen" userId="4f137f39-3bb0-413e-9ba0-7fddd55a4283" providerId="ADAL" clId="{5CB61EA6-B844-4A05-8172-D3CD1ECF6B12}" dt="2022-03-22T21:23:13.295" v="35" actId="478"/>
          <ac:picMkLst>
            <pc:docMk/>
            <pc:sldMk cId="2726696090" sldId="444"/>
            <ac:picMk id="4" creationId="{974F8472-5C27-4B81-8133-2C55B31CDFA6}"/>
          </ac:picMkLst>
        </pc:picChg>
      </pc:sldChg>
      <pc:sldChg chg="delSp modSp mod delAnim modAnim">
        <pc:chgData name="Jukka Niiranen" userId="4f137f39-3bb0-413e-9ba0-7fddd55a4283" providerId="ADAL" clId="{5CB61EA6-B844-4A05-8172-D3CD1ECF6B12}" dt="2022-03-23T07:48:55.747" v="211" actId="20577"/>
        <pc:sldMkLst>
          <pc:docMk/>
          <pc:sldMk cId="1854879567" sldId="445"/>
        </pc:sldMkLst>
        <pc:spChg chg="mod">
          <ac:chgData name="Jukka Niiranen" userId="4f137f39-3bb0-413e-9ba0-7fddd55a4283" providerId="ADAL" clId="{5CB61EA6-B844-4A05-8172-D3CD1ECF6B12}" dt="2022-03-23T07:48:55.747" v="211" actId="20577"/>
          <ac:spMkLst>
            <pc:docMk/>
            <pc:sldMk cId="1854879567" sldId="445"/>
            <ac:spMk id="2" creationId="{DF82A50B-BBAA-4F11-B691-896E934DC854}"/>
          </ac:spMkLst>
        </pc:spChg>
        <pc:picChg chg="del">
          <ac:chgData name="Jukka Niiranen" userId="4f137f39-3bb0-413e-9ba0-7fddd55a4283" providerId="ADAL" clId="{5CB61EA6-B844-4A05-8172-D3CD1ECF6B12}" dt="2022-03-22T21:23:15.536" v="36" actId="478"/>
          <ac:picMkLst>
            <pc:docMk/>
            <pc:sldMk cId="1854879567" sldId="445"/>
            <ac:picMk id="5" creationId="{7FF686CC-DAB4-4544-818A-F335ADC033D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E7C52B-E1AC-4073-B53A-20BCC8403E81}" type="doc">
      <dgm:prSet loTypeId="urn:microsoft.com/office/officeart/2005/8/layout/vList3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FI"/>
        </a:p>
      </dgm:t>
    </dgm:pt>
    <dgm:pt modelId="{F0FEEC0D-4E0E-4437-87F5-CC8AC0FCAF20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Positioning Microsoft Dataverse into the Microsoft Teams application platform story</a:t>
          </a:r>
          <a:endParaRPr lang="en-FI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608EFFA0-478C-4779-9735-9B397DA5A8B4}" type="parTrans" cxnId="{F0935890-5B89-4244-8E56-D9EC48C4D5B7}">
      <dgm:prSet/>
      <dgm:spPr/>
      <dgm:t>
        <a:bodyPr/>
        <a:lstStyle/>
        <a:p>
          <a:endParaRPr lang="en-FI"/>
        </a:p>
      </dgm:t>
    </dgm:pt>
    <dgm:pt modelId="{DD75C5C5-CC65-4894-8FF3-755C2EBC3169}" type="sibTrans" cxnId="{F0935890-5B89-4244-8E56-D9EC48C4D5B7}">
      <dgm:prSet/>
      <dgm:spPr/>
      <dgm:t>
        <a:bodyPr/>
        <a:lstStyle/>
        <a:p>
          <a:endParaRPr lang="en-FI"/>
        </a:p>
      </dgm:t>
    </dgm:pt>
    <dgm:pt modelId="{BCE36E1F-8E04-4F47-BF48-C69000FB990C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Showing app examples of what Dataverse for Teams can do</a:t>
          </a:r>
          <a:endParaRPr lang="en-FI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48BF8F8A-10B9-47E6-A32A-6AE4820F8FF9}" type="parTrans" cxnId="{02107CD3-23B4-414F-AA56-F0209DE1504F}">
      <dgm:prSet/>
      <dgm:spPr/>
      <dgm:t>
        <a:bodyPr/>
        <a:lstStyle/>
        <a:p>
          <a:endParaRPr lang="en-FI"/>
        </a:p>
      </dgm:t>
    </dgm:pt>
    <dgm:pt modelId="{F74DCBCC-8643-4050-83F2-FA7A1248815A}" type="sibTrans" cxnId="{02107CD3-23B4-414F-AA56-F0209DE1504F}">
      <dgm:prSet/>
      <dgm:spPr/>
      <dgm:t>
        <a:bodyPr/>
        <a:lstStyle/>
        <a:p>
          <a:endParaRPr lang="en-FI"/>
        </a:p>
      </dgm:t>
    </dgm:pt>
    <dgm:pt modelId="{6618A870-41F1-49C0-B2D0-6F6942EE9841}">
      <dgm:prSet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Helping you evaluate when Dataverse for Teams is a good fit (and when it isn’t)</a:t>
          </a:r>
          <a:endParaRPr lang="en-FI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gm:t>
    </dgm:pt>
    <dgm:pt modelId="{DFF4E055-3869-40FD-A168-D62E25B2BE71}" type="parTrans" cxnId="{24B6A65D-8F60-479A-B273-CA57CEB97B40}">
      <dgm:prSet/>
      <dgm:spPr/>
      <dgm:t>
        <a:bodyPr/>
        <a:lstStyle/>
        <a:p>
          <a:endParaRPr lang="en-FI"/>
        </a:p>
      </dgm:t>
    </dgm:pt>
    <dgm:pt modelId="{24DD8FAC-D388-4946-BB86-AAD8C758D00B}" type="sibTrans" cxnId="{24B6A65D-8F60-479A-B273-CA57CEB97B40}">
      <dgm:prSet/>
      <dgm:spPr/>
      <dgm:t>
        <a:bodyPr/>
        <a:lstStyle/>
        <a:p>
          <a:endParaRPr lang="en-FI"/>
        </a:p>
      </dgm:t>
    </dgm:pt>
    <dgm:pt modelId="{5F28A369-3E9A-48AC-8059-A3BB17D7167C}" type="pres">
      <dgm:prSet presAssocID="{CBE7C52B-E1AC-4073-B53A-20BCC8403E81}" presName="linearFlow" presStyleCnt="0">
        <dgm:presLayoutVars>
          <dgm:dir/>
          <dgm:resizeHandles val="exact"/>
        </dgm:presLayoutVars>
      </dgm:prSet>
      <dgm:spPr/>
    </dgm:pt>
    <dgm:pt modelId="{0A82BA83-BFC9-4FBE-9FFA-F7983FBF77D9}" type="pres">
      <dgm:prSet presAssocID="{F0FEEC0D-4E0E-4437-87F5-CC8AC0FCAF20}" presName="composite" presStyleCnt="0"/>
      <dgm:spPr/>
    </dgm:pt>
    <dgm:pt modelId="{707AA07B-97E3-4B66-A0DD-5BE4DAFFEDD2}" type="pres">
      <dgm:prSet presAssocID="{F0FEEC0D-4E0E-4437-87F5-CC8AC0FCAF20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1 with solid fill"/>
        </a:ext>
      </dgm:extLst>
    </dgm:pt>
    <dgm:pt modelId="{75220CE0-F2C3-49F0-9A18-7FD1433AA9E4}" type="pres">
      <dgm:prSet presAssocID="{F0FEEC0D-4E0E-4437-87F5-CC8AC0FCAF20}" presName="txShp" presStyleLbl="node1" presStyleIdx="0" presStyleCnt="3">
        <dgm:presLayoutVars>
          <dgm:bulletEnabled val="1"/>
        </dgm:presLayoutVars>
      </dgm:prSet>
      <dgm:spPr/>
    </dgm:pt>
    <dgm:pt modelId="{1C86B415-B722-402A-AEF5-EC28DC1B6B45}" type="pres">
      <dgm:prSet presAssocID="{DD75C5C5-CC65-4894-8FF3-755C2EBC3169}" presName="spacing" presStyleCnt="0"/>
      <dgm:spPr/>
    </dgm:pt>
    <dgm:pt modelId="{716C707D-75DE-4E02-8854-32C2BD5BE44F}" type="pres">
      <dgm:prSet presAssocID="{BCE36E1F-8E04-4F47-BF48-C69000FB990C}" presName="composite" presStyleCnt="0"/>
      <dgm:spPr/>
    </dgm:pt>
    <dgm:pt modelId="{F1A6CE0F-1855-43BA-BF67-C3F75B4378BA}" type="pres">
      <dgm:prSet presAssocID="{BCE36E1F-8E04-4F47-BF48-C69000FB990C}" presName="imgShp" presStyleLbl="fgImgPlac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with solid fill"/>
        </a:ext>
      </dgm:extLst>
    </dgm:pt>
    <dgm:pt modelId="{6C1791EF-234F-4CA2-82C3-E0D7BB20763C}" type="pres">
      <dgm:prSet presAssocID="{BCE36E1F-8E04-4F47-BF48-C69000FB990C}" presName="txShp" presStyleLbl="node1" presStyleIdx="1" presStyleCnt="3">
        <dgm:presLayoutVars>
          <dgm:bulletEnabled val="1"/>
        </dgm:presLayoutVars>
      </dgm:prSet>
      <dgm:spPr/>
    </dgm:pt>
    <dgm:pt modelId="{CA839D13-D719-4A1C-9131-DDD9D8A52725}" type="pres">
      <dgm:prSet presAssocID="{F74DCBCC-8643-4050-83F2-FA7A1248815A}" presName="spacing" presStyleCnt="0"/>
      <dgm:spPr/>
    </dgm:pt>
    <dgm:pt modelId="{C76EFE38-68B5-4FEF-BD41-16AED70AA7DD}" type="pres">
      <dgm:prSet presAssocID="{6618A870-41F1-49C0-B2D0-6F6942EE9841}" presName="composite" presStyleCnt="0"/>
      <dgm:spPr/>
    </dgm:pt>
    <dgm:pt modelId="{6CCA3FFA-6B75-41B8-8339-B5440DFC2F68}" type="pres">
      <dgm:prSet presAssocID="{6618A870-41F1-49C0-B2D0-6F6942EE9841}" presName="imgShp" presStyleLbl="fgImgPlac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3 with solid fill"/>
        </a:ext>
      </dgm:extLst>
    </dgm:pt>
    <dgm:pt modelId="{37D26835-CE27-4C34-9455-7CC129C6C177}" type="pres">
      <dgm:prSet presAssocID="{6618A870-41F1-49C0-B2D0-6F6942EE9841}" presName="txShp" presStyleLbl="node1" presStyleIdx="2" presStyleCnt="3">
        <dgm:presLayoutVars>
          <dgm:bulletEnabled val="1"/>
        </dgm:presLayoutVars>
      </dgm:prSet>
      <dgm:spPr/>
    </dgm:pt>
  </dgm:ptLst>
  <dgm:cxnLst>
    <dgm:cxn modelId="{0DD56715-7AE3-497C-8036-125296DBC3F8}" type="presOf" srcId="{CBE7C52B-E1AC-4073-B53A-20BCC8403E81}" destId="{5F28A369-3E9A-48AC-8059-A3BB17D7167C}" srcOrd="0" destOrd="0" presId="urn:microsoft.com/office/officeart/2005/8/layout/vList3"/>
    <dgm:cxn modelId="{24B6A65D-8F60-479A-B273-CA57CEB97B40}" srcId="{CBE7C52B-E1AC-4073-B53A-20BCC8403E81}" destId="{6618A870-41F1-49C0-B2D0-6F6942EE9841}" srcOrd="2" destOrd="0" parTransId="{DFF4E055-3869-40FD-A168-D62E25B2BE71}" sibTransId="{24DD8FAC-D388-4946-BB86-AAD8C758D00B}"/>
    <dgm:cxn modelId="{81819541-8F8E-446F-B3F9-D387D7238B2F}" type="presOf" srcId="{6618A870-41F1-49C0-B2D0-6F6942EE9841}" destId="{37D26835-CE27-4C34-9455-7CC129C6C177}" srcOrd="0" destOrd="0" presId="urn:microsoft.com/office/officeart/2005/8/layout/vList3"/>
    <dgm:cxn modelId="{F0935890-5B89-4244-8E56-D9EC48C4D5B7}" srcId="{CBE7C52B-E1AC-4073-B53A-20BCC8403E81}" destId="{F0FEEC0D-4E0E-4437-87F5-CC8AC0FCAF20}" srcOrd="0" destOrd="0" parTransId="{608EFFA0-478C-4779-9735-9B397DA5A8B4}" sibTransId="{DD75C5C5-CC65-4894-8FF3-755C2EBC3169}"/>
    <dgm:cxn modelId="{D0B6D89E-099E-4793-850D-AFF16C2EE8AE}" type="presOf" srcId="{F0FEEC0D-4E0E-4437-87F5-CC8AC0FCAF20}" destId="{75220CE0-F2C3-49F0-9A18-7FD1433AA9E4}" srcOrd="0" destOrd="0" presId="urn:microsoft.com/office/officeart/2005/8/layout/vList3"/>
    <dgm:cxn modelId="{02107CD3-23B4-414F-AA56-F0209DE1504F}" srcId="{CBE7C52B-E1AC-4073-B53A-20BCC8403E81}" destId="{BCE36E1F-8E04-4F47-BF48-C69000FB990C}" srcOrd="1" destOrd="0" parTransId="{48BF8F8A-10B9-47E6-A32A-6AE4820F8FF9}" sibTransId="{F74DCBCC-8643-4050-83F2-FA7A1248815A}"/>
    <dgm:cxn modelId="{0F117BF2-0E13-4933-AA82-E1F0BD13A604}" type="presOf" srcId="{BCE36E1F-8E04-4F47-BF48-C69000FB990C}" destId="{6C1791EF-234F-4CA2-82C3-E0D7BB20763C}" srcOrd="0" destOrd="0" presId="urn:microsoft.com/office/officeart/2005/8/layout/vList3"/>
    <dgm:cxn modelId="{3306867B-3E9E-4C9D-92CB-FB8D4126E164}" type="presParOf" srcId="{5F28A369-3E9A-48AC-8059-A3BB17D7167C}" destId="{0A82BA83-BFC9-4FBE-9FFA-F7983FBF77D9}" srcOrd="0" destOrd="0" presId="urn:microsoft.com/office/officeart/2005/8/layout/vList3"/>
    <dgm:cxn modelId="{E6634E22-9D08-4307-9FC3-29E2BEA22FDF}" type="presParOf" srcId="{0A82BA83-BFC9-4FBE-9FFA-F7983FBF77D9}" destId="{707AA07B-97E3-4B66-A0DD-5BE4DAFFEDD2}" srcOrd="0" destOrd="0" presId="urn:microsoft.com/office/officeart/2005/8/layout/vList3"/>
    <dgm:cxn modelId="{29B16B16-17B3-4B47-9219-1DB0D8DCCC43}" type="presParOf" srcId="{0A82BA83-BFC9-4FBE-9FFA-F7983FBF77D9}" destId="{75220CE0-F2C3-49F0-9A18-7FD1433AA9E4}" srcOrd="1" destOrd="0" presId="urn:microsoft.com/office/officeart/2005/8/layout/vList3"/>
    <dgm:cxn modelId="{D5BE6401-1E51-4140-BCB9-28061646482A}" type="presParOf" srcId="{5F28A369-3E9A-48AC-8059-A3BB17D7167C}" destId="{1C86B415-B722-402A-AEF5-EC28DC1B6B45}" srcOrd="1" destOrd="0" presId="urn:microsoft.com/office/officeart/2005/8/layout/vList3"/>
    <dgm:cxn modelId="{67661338-FB14-4EF9-95FC-8E3273CD3048}" type="presParOf" srcId="{5F28A369-3E9A-48AC-8059-A3BB17D7167C}" destId="{716C707D-75DE-4E02-8854-32C2BD5BE44F}" srcOrd="2" destOrd="0" presId="urn:microsoft.com/office/officeart/2005/8/layout/vList3"/>
    <dgm:cxn modelId="{8A20544A-BB8F-41D1-8394-55ED3F7AAFB0}" type="presParOf" srcId="{716C707D-75DE-4E02-8854-32C2BD5BE44F}" destId="{F1A6CE0F-1855-43BA-BF67-C3F75B4378BA}" srcOrd="0" destOrd="0" presId="urn:microsoft.com/office/officeart/2005/8/layout/vList3"/>
    <dgm:cxn modelId="{4AD84974-E448-48B1-99B2-985286F2942F}" type="presParOf" srcId="{716C707D-75DE-4E02-8854-32C2BD5BE44F}" destId="{6C1791EF-234F-4CA2-82C3-E0D7BB20763C}" srcOrd="1" destOrd="0" presId="urn:microsoft.com/office/officeart/2005/8/layout/vList3"/>
    <dgm:cxn modelId="{1B2262EF-E274-4BBD-BF02-51DC5AAA3B44}" type="presParOf" srcId="{5F28A369-3E9A-48AC-8059-A3BB17D7167C}" destId="{CA839D13-D719-4A1C-9131-DDD9D8A52725}" srcOrd="3" destOrd="0" presId="urn:microsoft.com/office/officeart/2005/8/layout/vList3"/>
    <dgm:cxn modelId="{C4855EB3-438B-4AAA-BED3-F83DAC6F95FE}" type="presParOf" srcId="{5F28A369-3E9A-48AC-8059-A3BB17D7167C}" destId="{C76EFE38-68B5-4FEF-BD41-16AED70AA7DD}" srcOrd="4" destOrd="0" presId="urn:microsoft.com/office/officeart/2005/8/layout/vList3"/>
    <dgm:cxn modelId="{4F7391A5-58E7-46C5-8363-0BCE2A9BC746}" type="presParOf" srcId="{C76EFE38-68B5-4FEF-BD41-16AED70AA7DD}" destId="{6CCA3FFA-6B75-41B8-8339-B5440DFC2F68}" srcOrd="0" destOrd="0" presId="urn:microsoft.com/office/officeart/2005/8/layout/vList3"/>
    <dgm:cxn modelId="{AD8E76DD-EBA9-4B55-B3B1-5F99DDEB73F9}" type="presParOf" srcId="{C76EFE38-68B5-4FEF-BD41-16AED70AA7DD}" destId="{37D26835-CE27-4C34-9455-7CC129C6C17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D8C51D-BEEF-4E92-8F20-96F15CE926E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0BD5EF-8D75-4A30-BBD1-61C06636931A}">
      <dgm:prSet phldrT="[Text]"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1) Basic task management app for a specific process</a:t>
          </a:r>
        </a:p>
      </dgm:t>
    </dgm:pt>
    <dgm:pt modelId="{D83A64E3-3AF2-4D7D-8289-A98D7BA8D50B}" type="parTrans" cxnId="{AF25FF67-AE7D-4097-800B-F99A1AA06C1D}">
      <dgm:prSet/>
      <dgm:spPr/>
      <dgm:t>
        <a:bodyPr/>
        <a:lstStyle/>
        <a:p>
          <a:endParaRPr lang="en-US"/>
        </a:p>
      </dgm:t>
    </dgm:pt>
    <dgm:pt modelId="{BC531D54-BBD7-44D3-BD5A-1D90187010FB}" type="sibTrans" cxnId="{AF25FF67-AE7D-4097-800B-F99A1AA06C1D}">
      <dgm:prSet/>
      <dgm:spPr/>
      <dgm:t>
        <a:bodyPr/>
        <a:lstStyle/>
        <a:p>
          <a:endParaRPr lang="en-US"/>
        </a:p>
      </dgm:t>
    </dgm:pt>
    <dgm:pt modelId="{2F0098ED-CFE2-4960-BF48-AB941BC86350}">
      <dgm:prSet phldrT="[Text]"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2) Desktop + mobile apps, including data visualization</a:t>
          </a:r>
        </a:p>
      </dgm:t>
    </dgm:pt>
    <dgm:pt modelId="{4BA605C1-952B-4B29-92D3-A6DE0476ED2A}" type="parTrans" cxnId="{9D9D715C-906A-4984-8F7A-65951DAE7950}">
      <dgm:prSet/>
      <dgm:spPr/>
      <dgm:t>
        <a:bodyPr/>
        <a:lstStyle/>
        <a:p>
          <a:endParaRPr lang="en-US"/>
        </a:p>
      </dgm:t>
    </dgm:pt>
    <dgm:pt modelId="{5642809F-8FA5-4508-A637-AD8335CC5B64}" type="sibTrans" cxnId="{9D9D715C-906A-4984-8F7A-65951DAE7950}">
      <dgm:prSet/>
      <dgm:spPr/>
      <dgm:t>
        <a:bodyPr/>
        <a:lstStyle/>
        <a:p>
          <a:endParaRPr lang="en-US"/>
        </a:p>
      </dgm:t>
    </dgm:pt>
    <dgm:pt modelId="{D9C68753-2C05-4D02-BCBF-41FA9DFCFDED}">
      <dgm:prSet phldrT="[Text]"/>
      <dgm:spPr/>
      <dgm:t>
        <a:bodyPr/>
        <a:lstStyle/>
        <a:p>
          <a:r>
            <a:rPr lang="en-US" dirty="0">
              <a:latin typeface="Segoe UI Semibold" panose="020B0702040204020203" pitchFamily="34" charset="0"/>
              <a:cs typeface="Segoe UI Semibold" panose="020B0702040204020203" pitchFamily="34" charset="0"/>
            </a:rPr>
            <a:t>3) Responsive app UI + integration + broad distribution</a:t>
          </a:r>
        </a:p>
      </dgm:t>
    </dgm:pt>
    <dgm:pt modelId="{224958A7-FEED-4725-A0B4-A0E7EA255800}" type="parTrans" cxnId="{50AB9B59-5804-4C2F-BA44-644552660775}">
      <dgm:prSet/>
      <dgm:spPr/>
      <dgm:t>
        <a:bodyPr/>
        <a:lstStyle/>
        <a:p>
          <a:endParaRPr lang="en-US"/>
        </a:p>
      </dgm:t>
    </dgm:pt>
    <dgm:pt modelId="{A0CCDDE7-A4A6-41C8-8B7C-F9C0DE14B621}" type="sibTrans" cxnId="{50AB9B59-5804-4C2F-BA44-644552660775}">
      <dgm:prSet/>
      <dgm:spPr/>
      <dgm:t>
        <a:bodyPr/>
        <a:lstStyle/>
        <a:p>
          <a:endParaRPr lang="en-US"/>
        </a:p>
      </dgm:t>
    </dgm:pt>
    <dgm:pt modelId="{8278443B-FB12-4E71-BE5E-59D7EA6BF19D}" type="pres">
      <dgm:prSet presAssocID="{A9D8C51D-BEEF-4E92-8F20-96F15CE926E1}" presName="Name0" presStyleCnt="0">
        <dgm:presLayoutVars>
          <dgm:dir/>
          <dgm:animLvl val="lvl"/>
          <dgm:resizeHandles val="exact"/>
        </dgm:presLayoutVars>
      </dgm:prSet>
      <dgm:spPr/>
    </dgm:pt>
    <dgm:pt modelId="{7BBC57C9-44E1-47A8-8E26-B7F508697779}" type="pres">
      <dgm:prSet presAssocID="{6A0BD5EF-8D75-4A30-BBD1-61C06636931A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8A081A27-A8F9-43DA-9417-05F307501D1B}" type="pres">
      <dgm:prSet presAssocID="{BC531D54-BBD7-44D3-BD5A-1D90187010FB}" presName="parTxOnlySpace" presStyleCnt="0"/>
      <dgm:spPr/>
    </dgm:pt>
    <dgm:pt modelId="{2F338F49-1701-4DAA-BE05-EDB6E1AAE2DA}" type="pres">
      <dgm:prSet presAssocID="{2F0098ED-CFE2-4960-BF48-AB941BC86350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E64525D2-2FF7-40C8-8620-FFB613A00419}" type="pres">
      <dgm:prSet presAssocID="{5642809F-8FA5-4508-A637-AD8335CC5B64}" presName="parTxOnlySpace" presStyleCnt="0"/>
      <dgm:spPr/>
    </dgm:pt>
    <dgm:pt modelId="{6E5D1002-AC41-424B-BF4A-58D67CAFE369}" type="pres">
      <dgm:prSet presAssocID="{D9C68753-2C05-4D02-BCBF-41FA9DFCFDED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6AE6372C-38DC-4A06-B0A1-64012F88DB60}" type="presOf" srcId="{2F0098ED-CFE2-4960-BF48-AB941BC86350}" destId="{2F338F49-1701-4DAA-BE05-EDB6E1AAE2DA}" srcOrd="0" destOrd="0" presId="urn:microsoft.com/office/officeart/2005/8/layout/chevron1"/>
    <dgm:cxn modelId="{9D9D715C-906A-4984-8F7A-65951DAE7950}" srcId="{A9D8C51D-BEEF-4E92-8F20-96F15CE926E1}" destId="{2F0098ED-CFE2-4960-BF48-AB941BC86350}" srcOrd="1" destOrd="0" parTransId="{4BA605C1-952B-4B29-92D3-A6DE0476ED2A}" sibTransId="{5642809F-8FA5-4508-A637-AD8335CC5B64}"/>
    <dgm:cxn modelId="{AF25FF67-AE7D-4097-800B-F99A1AA06C1D}" srcId="{A9D8C51D-BEEF-4E92-8F20-96F15CE926E1}" destId="{6A0BD5EF-8D75-4A30-BBD1-61C06636931A}" srcOrd="0" destOrd="0" parTransId="{D83A64E3-3AF2-4D7D-8289-A98D7BA8D50B}" sibTransId="{BC531D54-BBD7-44D3-BD5A-1D90187010FB}"/>
    <dgm:cxn modelId="{529A3957-B9EF-4EE8-B94D-C4E0F25886AE}" type="presOf" srcId="{D9C68753-2C05-4D02-BCBF-41FA9DFCFDED}" destId="{6E5D1002-AC41-424B-BF4A-58D67CAFE369}" srcOrd="0" destOrd="0" presId="urn:microsoft.com/office/officeart/2005/8/layout/chevron1"/>
    <dgm:cxn modelId="{50AB9B59-5804-4C2F-BA44-644552660775}" srcId="{A9D8C51D-BEEF-4E92-8F20-96F15CE926E1}" destId="{D9C68753-2C05-4D02-BCBF-41FA9DFCFDED}" srcOrd="2" destOrd="0" parTransId="{224958A7-FEED-4725-A0B4-A0E7EA255800}" sibTransId="{A0CCDDE7-A4A6-41C8-8B7C-F9C0DE14B621}"/>
    <dgm:cxn modelId="{34D408C7-D782-40BC-84F4-B16267546259}" type="presOf" srcId="{A9D8C51D-BEEF-4E92-8F20-96F15CE926E1}" destId="{8278443B-FB12-4E71-BE5E-59D7EA6BF19D}" srcOrd="0" destOrd="0" presId="urn:microsoft.com/office/officeart/2005/8/layout/chevron1"/>
    <dgm:cxn modelId="{6A8CCDE5-3E26-40E1-880A-866FBF6BB784}" type="presOf" srcId="{6A0BD5EF-8D75-4A30-BBD1-61C06636931A}" destId="{7BBC57C9-44E1-47A8-8E26-B7F508697779}" srcOrd="0" destOrd="0" presId="urn:microsoft.com/office/officeart/2005/8/layout/chevron1"/>
    <dgm:cxn modelId="{7950347B-3D5B-4EF0-A49B-8603848DB987}" type="presParOf" srcId="{8278443B-FB12-4E71-BE5E-59D7EA6BF19D}" destId="{7BBC57C9-44E1-47A8-8E26-B7F508697779}" srcOrd="0" destOrd="0" presId="urn:microsoft.com/office/officeart/2005/8/layout/chevron1"/>
    <dgm:cxn modelId="{DD0CFCA7-269D-43D8-BBCF-566D7C11A1AF}" type="presParOf" srcId="{8278443B-FB12-4E71-BE5E-59D7EA6BF19D}" destId="{8A081A27-A8F9-43DA-9417-05F307501D1B}" srcOrd="1" destOrd="0" presId="urn:microsoft.com/office/officeart/2005/8/layout/chevron1"/>
    <dgm:cxn modelId="{FB4CDCE7-66ED-4CC4-8D16-E2803536AA3E}" type="presParOf" srcId="{8278443B-FB12-4E71-BE5E-59D7EA6BF19D}" destId="{2F338F49-1701-4DAA-BE05-EDB6E1AAE2DA}" srcOrd="2" destOrd="0" presId="urn:microsoft.com/office/officeart/2005/8/layout/chevron1"/>
    <dgm:cxn modelId="{A8F4582A-0D6B-481E-A411-97D562EE1E55}" type="presParOf" srcId="{8278443B-FB12-4E71-BE5E-59D7EA6BF19D}" destId="{E64525D2-2FF7-40C8-8620-FFB613A00419}" srcOrd="3" destOrd="0" presId="urn:microsoft.com/office/officeart/2005/8/layout/chevron1"/>
    <dgm:cxn modelId="{F5BE8882-4052-4C74-85AE-D6A8CE920126}" type="presParOf" srcId="{8278443B-FB12-4E71-BE5E-59D7EA6BF19D}" destId="{6E5D1002-AC41-424B-BF4A-58D67CAFE369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20CE0-F2C3-49F0-9A18-7FD1433AA9E4}">
      <dsp:nvSpPr>
        <dsp:cNvPr id="0" name=""/>
        <dsp:cNvSpPr/>
      </dsp:nvSpPr>
      <dsp:spPr>
        <a:xfrm rot="10800000">
          <a:off x="2076997" y="1805"/>
          <a:ext cx="6992873" cy="1262539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6745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Positioning Microsoft Dataverse into the Microsoft Teams application platform story</a:t>
          </a:r>
          <a:endParaRPr lang="en-FI" sz="23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 rot="10800000">
        <a:off x="2392632" y="1805"/>
        <a:ext cx="6677238" cy="1262539"/>
      </dsp:txXfrm>
    </dsp:sp>
    <dsp:sp modelId="{707AA07B-97E3-4B66-A0DD-5BE4DAFFEDD2}">
      <dsp:nvSpPr>
        <dsp:cNvPr id="0" name=""/>
        <dsp:cNvSpPr/>
      </dsp:nvSpPr>
      <dsp:spPr>
        <a:xfrm>
          <a:off x="1445727" y="1805"/>
          <a:ext cx="1262539" cy="126253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C1791EF-234F-4CA2-82C3-E0D7BB20763C}">
      <dsp:nvSpPr>
        <dsp:cNvPr id="0" name=""/>
        <dsp:cNvSpPr/>
      </dsp:nvSpPr>
      <dsp:spPr>
        <a:xfrm rot="10800000">
          <a:off x="2076997" y="1641221"/>
          <a:ext cx="6992873" cy="1262539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6745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Showing app examples of what Dataverse for Teams can do</a:t>
          </a:r>
          <a:endParaRPr lang="en-FI" sz="23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 rot="10800000">
        <a:off x="2392632" y="1641221"/>
        <a:ext cx="6677238" cy="1262539"/>
      </dsp:txXfrm>
    </dsp:sp>
    <dsp:sp modelId="{F1A6CE0F-1855-43BA-BF67-C3F75B4378BA}">
      <dsp:nvSpPr>
        <dsp:cNvPr id="0" name=""/>
        <dsp:cNvSpPr/>
      </dsp:nvSpPr>
      <dsp:spPr>
        <a:xfrm>
          <a:off x="1445727" y="1641221"/>
          <a:ext cx="1262539" cy="1262539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7D26835-CE27-4C34-9455-7CC129C6C177}">
      <dsp:nvSpPr>
        <dsp:cNvPr id="0" name=""/>
        <dsp:cNvSpPr/>
      </dsp:nvSpPr>
      <dsp:spPr>
        <a:xfrm rot="10800000">
          <a:off x="2076997" y="3280638"/>
          <a:ext cx="6992873" cy="1262539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6745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Helping you evaluate when Dataverse for Teams is a good fit (and when it isn’t)</a:t>
          </a:r>
          <a:endParaRPr lang="en-FI" sz="2300" kern="1200" dirty="0">
            <a:latin typeface="Segoe UI Semibold" panose="020B0702040204020203" pitchFamily="34" charset="0"/>
            <a:cs typeface="Segoe UI Semibold" panose="020B0702040204020203" pitchFamily="34" charset="0"/>
          </a:endParaRPr>
        </a:p>
      </dsp:txBody>
      <dsp:txXfrm rot="10800000">
        <a:off x="2392632" y="3280638"/>
        <a:ext cx="6677238" cy="1262539"/>
      </dsp:txXfrm>
    </dsp:sp>
    <dsp:sp modelId="{6CCA3FFA-6B75-41B8-8339-B5440DFC2F68}">
      <dsp:nvSpPr>
        <dsp:cNvPr id="0" name=""/>
        <dsp:cNvSpPr/>
      </dsp:nvSpPr>
      <dsp:spPr>
        <a:xfrm>
          <a:off x="1445727" y="3280638"/>
          <a:ext cx="1262539" cy="1262539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BC57C9-44E1-47A8-8E26-B7F508697779}">
      <dsp:nvSpPr>
        <dsp:cNvPr id="0" name=""/>
        <dsp:cNvSpPr/>
      </dsp:nvSpPr>
      <dsp:spPr>
        <a:xfrm>
          <a:off x="3080" y="1521832"/>
          <a:ext cx="3753370" cy="1501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1) Basic task management app for a specific process</a:t>
          </a:r>
        </a:p>
      </dsp:txBody>
      <dsp:txXfrm>
        <a:off x="753754" y="1521832"/>
        <a:ext cx="2252022" cy="1501348"/>
      </dsp:txXfrm>
    </dsp:sp>
    <dsp:sp modelId="{2F338F49-1701-4DAA-BE05-EDB6E1AAE2DA}">
      <dsp:nvSpPr>
        <dsp:cNvPr id="0" name=""/>
        <dsp:cNvSpPr/>
      </dsp:nvSpPr>
      <dsp:spPr>
        <a:xfrm>
          <a:off x="3381114" y="1521832"/>
          <a:ext cx="3753370" cy="1501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2) Desktop + mobile apps, including data visualization</a:t>
          </a:r>
        </a:p>
      </dsp:txBody>
      <dsp:txXfrm>
        <a:off x="4131788" y="1521832"/>
        <a:ext cx="2252022" cy="1501348"/>
      </dsp:txXfrm>
    </dsp:sp>
    <dsp:sp modelId="{6E5D1002-AC41-424B-BF4A-58D67CAFE369}">
      <dsp:nvSpPr>
        <dsp:cNvPr id="0" name=""/>
        <dsp:cNvSpPr/>
      </dsp:nvSpPr>
      <dsp:spPr>
        <a:xfrm>
          <a:off x="6759148" y="1521832"/>
          <a:ext cx="3753370" cy="15013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Segoe UI Semibold" panose="020B0702040204020203" pitchFamily="34" charset="0"/>
              <a:cs typeface="Segoe UI Semibold" panose="020B0702040204020203" pitchFamily="34" charset="0"/>
            </a:rPr>
            <a:t>3) Responsive app UI + integration + broad distribution</a:t>
          </a:r>
        </a:p>
      </dsp:txBody>
      <dsp:txXfrm>
        <a:off x="7509822" y="1521832"/>
        <a:ext cx="2252022" cy="1501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7ACC21-EB5C-46B5-AF9D-2C5BE0CBA9F2}" type="datetimeFigureOut">
              <a:rPr lang="LID4096" smtClean="0"/>
              <a:t>03/23/2022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E4A9D-8366-4B19-B896-0C3E1075047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2586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A7D9863-A39C-4003-A47E-A2DF35168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3077" y="2457874"/>
            <a:ext cx="1691640" cy="169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tar: 5 Points 7">
            <a:extLst>
              <a:ext uri="{FF2B5EF4-FFF2-40B4-BE49-F238E27FC236}">
                <a16:creationId xmlns:a16="http://schemas.microsoft.com/office/drawing/2014/main" id="{671E013E-F7B4-4FCF-8DD2-FA98E0611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75082" y="1733551"/>
            <a:ext cx="358987" cy="331894"/>
          </a:xfrm>
          <a:prstGeom prst="star5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675DE826-29C8-4510-8ECD-B497E7D1E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75082" y="4541941"/>
            <a:ext cx="358987" cy="340359"/>
          </a:xfrm>
          <a:prstGeom prst="star5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CDEC979C-EEBC-4158-A2AD-FDB1E0F1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43296" y="3097106"/>
            <a:ext cx="358987" cy="331894"/>
          </a:xfrm>
          <a:prstGeom prst="star5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5F5CCD7-6976-4003-8230-ACFE3E3A8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06869" y="3097106"/>
            <a:ext cx="358987" cy="331894"/>
          </a:xfrm>
          <a:prstGeom prst="star5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05EB244A-B3E8-4725-80CF-5FB560D17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03216" y="1965113"/>
            <a:ext cx="358987" cy="331894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8129C8FB-9AB3-4AD8-9461-2D946B9C1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94363" y="1967229"/>
            <a:ext cx="358987" cy="331894"/>
          </a:xfrm>
          <a:prstGeom prst="star5">
            <a:avLst/>
          </a:prstGeom>
          <a:solidFill>
            <a:srgbClr val="7C84E8"/>
          </a:solidFill>
          <a:ln>
            <a:solidFill>
              <a:srgbClr val="7C8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9D863D39-F16B-4B1E-9BD4-47B0A6C93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63803" y="2406226"/>
            <a:ext cx="358987" cy="331894"/>
          </a:xfrm>
          <a:prstGeom prst="star5">
            <a:avLst/>
          </a:prstGeom>
          <a:solidFill>
            <a:srgbClr val="7C84E8"/>
          </a:solidFill>
          <a:ln>
            <a:solidFill>
              <a:srgbClr val="7C8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6E4C9063-A711-480E-A44F-B721F6007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86365" y="2409613"/>
            <a:ext cx="358987" cy="331894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299929BD-0D33-4708-8BB3-C86CFDCF6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86363" y="3791374"/>
            <a:ext cx="358987" cy="331894"/>
          </a:xfrm>
          <a:prstGeom prst="star5">
            <a:avLst/>
          </a:prstGeom>
          <a:solidFill>
            <a:srgbClr val="7C84E8"/>
          </a:solidFill>
          <a:ln>
            <a:solidFill>
              <a:srgbClr val="7C8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5C5B7D68-B5BD-4584-AAEB-1A2F99BD9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63803" y="3791374"/>
            <a:ext cx="358987" cy="331894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7F00990C-192D-4681-A5E7-DC5EBE88C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94363" y="4308263"/>
            <a:ext cx="358987" cy="331894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43086E2B-09CD-4642-B845-0688891C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54109" y="4308263"/>
            <a:ext cx="358987" cy="331894"/>
          </a:xfrm>
          <a:prstGeom prst="star5">
            <a:avLst/>
          </a:prstGeom>
          <a:solidFill>
            <a:srgbClr val="7C84E8"/>
          </a:solidFill>
          <a:ln>
            <a:solidFill>
              <a:srgbClr val="7C8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E04A0463-590F-4563-9DA1-74B5024D158E}"/>
              </a:ext>
            </a:extLst>
          </p:cNvPr>
          <p:cNvSpPr txBox="1">
            <a:spLocks/>
          </p:cNvSpPr>
          <p:nvPr userDrawn="1"/>
        </p:nvSpPr>
        <p:spPr>
          <a:xfrm>
            <a:off x="658876" y="2124872"/>
            <a:ext cx="914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prstClr val="whit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#TeamsNation</a:t>
            </a:r>
          </a:p>
          <a:p>
            <a:endParaRPr lang="en-US" sz="1800" dirty="0">
              <a:gradFill>
                <a:gsLst>
                  <a:gs pos="91000">
                    <a:srgbClr val="FFFFFF"/>
                  </a:gs>
                  <a:gs pos="0">
                    <a:srgbClr val="FFFFFF"/>
                  </a:gs>
                </a:gsLst>
                <a:lin ang="5400000" scaled="0"/>
              </a:gradFill>
              <a:latin typeface="Segoe UI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A1EA51C-D1EA-44A9-9194-0EA8105ACA6E}"/>
              </a:ext>
            </a:extLst>
          </p:cNvPr>
          <p:cNvSpPr txBox="1">
            <a:spLocks/>
          </p:cNvSpPr>
          <p:nvPr userDrawn="1"/>
        </p:nvSpPr>
        <p:spPr>
          <a:xfrm>
            <a:off x="769096" y="6073170"/>
            <a:ext cx="9144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prstClr val="whit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Sponsored by</a:t>
            </a:r>
          </a:p>
          <a:p>
            <a:endParaRPr lang="en-US" sz="1100" b="1" dirty="0">
              <a:gradFill>
                <a:gsLst>
                  <a:gs pos="91000">
                    <a:srgbClr val="FFFFFF"/>
                  </a:gs>
                  <a:gs pos="0">
                    <a:srgbClr val="FFFFFF"/>
                  </a:gs>
                </a:gsLst>
                <a:lin ang="5400000" scaled="0"/>
              </a:gradFill>
              <a:latin typeface="Segoe UI"/>
            </a:endParaRPr>
          </a:p>
          <a:p>
            <a:r>
              <a:rPr lang="en-US" sz="1100" b="1" dirty="0">
                <a:gradFill>
                  <a:gsLst>
                    <a:gs pos="91000">
                      <a:srgbClr val="FFFFFF"/>
                    </a:gs>
                    <a:gs pos="0">
                      <a:srgbClr val="FFFFFF"/>
                    </a:gs>
                  </a:gsLst>
                  <a:lin ang="5400000" scaled="0"/>
                </a:gradFill>
                <a:latin typeface="Segoe UI"/>
              </a:rPr>
              <a:t>         </a:t>
            </a:r>
            <a:r>
              <a:rPr lang="en-US" sz="1100" dirty="0">
                <a:solidFill>
                  <a:prstClr val="whit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Microsoft Teams               Microsoft Tech Community</a:t>
            </a:r>
          </a:p>
          <a:p>
            <a:endParaRPr lang="en-US" sz="1800" dirty="0">
              <a:gradFill>
                <a:gsLst>
                  <a:gs pos="91000">
                    <a:srgbClr val="FFFFFF"/>
                  </a:gs>
                  <a:gs pos="0">
                    <a:srgbClr val="FFFFFF"/>
                  </a:gs>
                </a:gsLst>
                <a:lin ang="5400000" scaled="0"/>
              </a:gradFill>
              <a:latin typeface="Segoe UI"/>
            </a:endParaRP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1787D154-F2D4-4535-8524-A350A105C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17" y="6298930"/>
            <a:ext cx="380121" cy="38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D8CE3913-F1E0-4957-B433-EC5A86AA3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-2"/>
          <a:stretch/>
        </p:blipFill>
        <p:spPr bwMode="auto">
          <a:xfrm>
            <a:off x="2278904" y="6275524"/>
            <a:ext cx="380121" cy="380121"/>
          </a:xfrm>
          <a:custGeom>
            <a:avLst/>
            <a:gdLst>
              <a:gd name="connsiteX0" fmla="*/ 2313823 w 4627646"/>
              <a:gd name="connsiteY0" fmla="*/ 0 h 4627648"/>
              <a:gd name="connsiteX1" fmla="*/ 4627646 w 4627646"/>
              <a:gd name="connsiteY1" fmla="*/ 2313824 h 4627648"/>
              <a:gd name="connsiteX2" fmla="*/ 2313823 w 4627646"/>
              <a:gd name="connsiteY2" fmla="*/ 4627648 h 4627648"/>
              <a:gd name="connsiteX3" fmla="*/ 0 w 4627646"/>
              <a:gd name="connsiteY3" fmla="*/ 2313824 h 4627648"/>
              <a:gd name="connsiteX4" fmla="*/ 2313823 w 4627646"/>
              <a:gd name="connsiteY4" fmla="*/ 0 h 4627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itle 29">
            <a:extLst>
              <a:ext uri="{FF2B5EF4-FFF2-40B4-BE49-F238E27FC236}">
                <a16:creationId xmlns:a16="http://schemas.microsoft.com/office/drawing/2014/main" id="{45882F43-940A-49BF-BBEB-34BADDECA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53" y="2522767"/>
            <a:ext cx="6417163" cy="1325563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LID4096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5536E913-6E97-4E6A-B21F-8EAC2D2931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1086" y="4050685"/>
            <a:ext cx="6403630" cy="968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LID4096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Speaker name</a:t>
            </a:r>
          </a:p>
          <a:p>
            <a:pPr lvl="0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Company | Job title | MVP</a:t>
            </a:r>
          </a:p>
          <a:p>
            <a:pPr lvl="0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And more…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002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A2D4FAE-DB8C-4D0A-AB3C-F1F776C5209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13456" y="1783669"/>
            <a:ext cx="10515599" cy="4544983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358775" indent="-342900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2pPr>
            <a:lvl3pPr marL="631825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3pPr>
            <a:lvl4pPr marL="99060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4pPr>
            <a:lvl5pPr marL="1347788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4F21730-433C-465C-8391-32332547CE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3458" y="1079441"/>
            <a:ext cx="10515600" cy="523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LID4096" sz="2000" kern="1200" spc="0" baseline="0" dirty="0">
                <a:solidFill>
                  <a:prstClr val="white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  <a:endParaRPr lang="LID4096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9DC56A8-1993-40EB-AA32-20F0D768C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457" y="281073"/>
            <a:ext cx="10515600" cy="798370"/>
          </a:xfrm>
          <a:prstGeom prst="rect">
            <a:avLst/>
          </a:prstGeom>
        </p:spPr>
        <p:txBody>
          <a:bodyPr anchor="b" anchorCtr="0"/>
          <a:lstStyle>
            <a:lvl1pPr>
              <a:defRPr lang="LID4096" sz="4000" kern="1200" dirty="0">
                <a:solidFill>
                  <a:prstClr val="white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LID4096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9AD670C-5762-47E0-8A2F-648B5DACE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-2"/>
          <a:stretch/>
        </p:blipFill>
        <p:spPr bwMode="auto">
          <a:xfrm>
            <a:off x="11622410" y="6328652"/>
            <a:ext cx="380121" cy="380121"/>
          </a:xfrm>
          <a:custGeom>
            <a:avLst/>
            <a:gdLst>
              <a:gd name="connsiteX0" fmla="*/ 2313823 w 4627646"/>
              <a:gd name="connsiteY0" fmla="*/ 0 h 4627648"/>
              <a:gd name="connsiteX1" fmla="*/ 4627646 w 4627646"/>
              <a:gd name="connsiteY1" fmla="*/ 2313824 h 4627648"/>
              <a:gd name="connsiteX2" fmla="*/ 2313823 w 4627646"/>
              <a:gd name="connsiteY2" fmla="*/ 4627648 h 4627648"/>
              <a:gd name="connsiteX3" fmla="*/ 0 w 4627646"/>
              <a:gd name="connsiteY3" fmla="*/ 2313824 h 4627648"/>
              <a:gd name="connsiteX4" fmla="*/ 2313823 w 4627646"/>
              <a:gd name="connsiteY4" fmla="*/ 0 h 4627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4D1E0BB6-8E38-439A-99D4-5E8456661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3795" y="6328652"/>
            <a:ext cx="380121" cy="38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294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A7D9863-A39C-4003-A47E-A2DF35168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3077" y="2457874"/>
            <a:ext cx="1691640" cy="169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tar: 5 Points 7">
            <a:extLst>
              <a:ext uri="{FF2B5EF4-FFF2-40B4-BE49-F238E27FC236}">
                <a16:creationId xmlns:a16="http://schemas.microsoft.com/office/drawing/2014/main" id="{671E013E-F7B4-4FCF-8DD2-FA98E0611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75082" y="1733551"/>
            <a:ext cx="358987" cy="331894"/>
          </a:xfrm>
          <a:prstGeom prst="star5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675DE826-29C8-4510-8ECD-B497E7D1E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75082" y="4541941"/>
            <a:ext cx="358987" cy="340359"/>
          </a:xfrm>
          <a:prstGeom prst="star5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CDEC979C-EEBC-4158-A2AD-FDB1E0F1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43296" y="3097106"/>
            <a:ext cx="358987" cy="331894"/>
          </a:xfrm>
          <a:prstGeom prst="star5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5F5CCD7-6976-4003-8230-ACFE3E3A8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06869" y="3097106"/>
            <a:ext cx="358987" cy="331894"/>
          </a:xfrm>
          <a:prstGeom prst="star5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05EB244A-B3E8-4725-80CF-5FB560D17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03216" y="1965113"/>
            <a:ext cx="358987" cy="331894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8129C8FB-9AB3-4AD8-9461-2D946B9C1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94363" y="1967229"/>
            <a:ext cx="358987" cy="331894"/>
          </a:xfrm>
          <a:prstGeom prst="star5">
            <a:avLst/>
          </a:prstGeom>
          <a:solidFill>
            <a:srgbClr val="7C84E8"/>
          </a:solidFill>
          <a:ln>
            <a:solidFill>
              <a:srgbClr val="7C8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9D863D39-F16B-4B1E-9BD4-47B0A6C93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63803" y="2406226"/>
            <a:ext cx="358987" cy="331894"/>
          </a:xfrm>
          <a:prstGeom prst="star5">
            <a:avLst/>
          </a:prstGeom>
          <a:solidFill>
            <a:srgbClr val="7C84E8"/>
          </a:solidFill>
          <a:ln>
            <a:solidFill>
              <a:srgbClr val="7C8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6E4C9063-A711-480E-A44F-B721F6007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86365" y="2409613"/>
            <a:ext cx="358987" cy="331894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299929BD-0D33-4708-8BB3-C86CFDCF6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86363" y="3791374"/>
            <a:ext cx="358987" cy="331894"/>
          </a:xfrm>
          <a:prstGeom prst="star5">
            <a:avLst/>
          </a:prstGeom>
          <a:solidFill>
            <a:srgbClr val="7C84E8"/>
          </a:solidFill>
          <a:ln>
            <a:solidFill>
              <a:srgbClr val="7C8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5C5B7D68-B5BD-4584-AAEB-1A2F99BD9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63803" y="3791374"/>
            <a:ext cx="358987" cy="331894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7F00990C-192D-4681-A5E7-DC5EBE88C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94363" y="4308263"/>
            <a:ext cx="358987" cy="331894"/>
          </a:xfrm>
          <a:prstGeom prst="star5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43086E2B-09CD-4642-B845-0688891C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54109" y="4308263"/>
            <a:ext cx="358987" cy="331894"/>
          </a:xfrm>
          <a:prstGeom prst="star5">
            <a:avLst/>
          </a:prstGeom>
          <a:solidFill>
            <a:srgbClr val="7C84E8"/>
          </a:solidFill>
          <a:ln>
            <a:solidFill>
              <a:srgbClr val="7C8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E04A0463-590F-4563-9DA1-74B5024D158E}"/>
              </a:ext>
            </a:extLst>
          </p:cNvPr>
          <p:cNvSpPr txBox="1">
            <a:spLocks/>
          </p:cNvSpPr>
          <p:nvPr userDrawn="1"/>
        </p:nvSpPr>
        <p:spPr>
          <a:xfrm>
            <a:off x="658876" y="2124872"/>
            <a:ext cx="914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prstClr val="whit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#TeamsNation</a:t>
            </a:r>
          </a:p>
          <a:p>
            <a:endParaRPr lang="en-US" sz="1800" dirty="0">
              <a:gradFill>
                <a:gsLst>
                  <a:gs pos="91000">
                    <a:srgbClr val="FFFFFF"/>
                  </a:gs>
                  <a:gs pos="0">
                    <a:srgbClr val="FFFFFF"/>
                  </a:gs>
                </a:gsLst>
                <a:lin ang="5400000" scaled="0"/>
              </a:gradFill>
              <a:latin typeface="Segoe UI"/>
            </a:endParaRPr>
          </a:p>
        </p:txBody>
      </p:sp>
      <p:sp>
        <p:nvSpPr>
          <p:cNvPr id="30" name="Title 29">
            <a:extLst>
              <a:ext uri="{FF2B5EF4-FFF2-40B4-BE49-F238E27FC236}">
                <a16:creationId xmlns:a16="http://schemas.microsoft.com/office/drawing/2014/main" id="{45882F43-940A-49BF-BBEB-34BADDECA1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53" y="2522767"/>
            <a:ext cx="6417163" cy="1325563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 dirty="0"/>
              <a:t>Section header</a:t>
            </a:r>
            <a:endParaRPr lang="LID4096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5536E913-6E97-4E6A-B21F-8EAC2D2931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1086" y="4050685"/>
            <a:ext cx="6403630" cy="968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LID4096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Subtitle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22599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00257287-2022-498C-A86F-2D20FACC3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457" y="281073"/>
            <a:ext cx="10515600" cy="798370"/>
          </a:xfrm>
          <a:prstGeom prst="rect">
            <a:avLst/>
          </a:prstGeom>
        </p:spPr>
        <p:txBody>
          <a:bodyPr anchor="b" anchorCtr="0"/>
          <a:lstStyle>
            <a:lvl1pPr>
              <a:defRPr lang="LID4096" sz="4000" kern="1200" dirty="0">
                <a:solidFill>
                  <a:prstClr val="white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LID4096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1D47E63F-D83E-4CDA-82E2-65F2D4E81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-2"/>
          <a:stretch/>
        </p:blipFill>
        <p:spPr bwMode="auto">
          <a:xfrm>
            <a:off x="11622410" y="6328652"/>
            <a:ext cx="380121" cy="380121"/>
          </a:xfrm>
          <a:custGeom>
            <a:avLst/>
            <a:gdLst>
              <a:gd name="connsiteX0" fmla="*/ 2313823 w 4627646"/>
              <a:gd name="connsiteY0" fmla="*/ 0 h 4627648"/>
              <a:gd name="connsiteX1" fmla="*/ 4627646 w 4627646"/>
              <a:gd name="connsiteY1" fmla="*/ 2313824 h 4627648"/>
              <a:gd name="connsiteX2" fmla="*/ 2313823 w 4627646"/>
              <a:gd name="connsiteY2" fmla="*/ 4627648 h 4627648"/>
              <a:gd name="connsiteX3" fmla="*/ 0 w 4627646"/>
              <a:gd name="connsiteY3" fmla="*/ 2313824 h 4627648"/>
              <a:gd name="connsiteX4" fmla="*/ 2313823 w 4627646"/>
              <a:gd name="connsiteY4" fmla="*/ 0 h 4627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2ADB933C-B403-48BD-9154-F0F593686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3795" y="6328652"/>
            <a:ext cx="380121" cy="38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855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F7B8D08F-AAB6-4373-AECB-56562AF9B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-2"/>
          <a:stretch/>
        </p:blipFill>
        <p:spPr bwMode="auto">
          <a:xfrm>
            <a:off x="11622410" y="6328652"/>
            <a:ext cx="380121" cy="380121"/>
          </a:xfrm>
          <a:custGeom>
            <a:avLst/>
            <a:gdLst>
              <a:gd name="connsiteX0" fmla="*/ 2313823 w 4627646"/>
              <a:gd name="connsiteY0" fmla="*/ 0 h 4627648"/>
              <a:gd name="connsiteX1" fmla="*/ 4627646 w 4627646"/>
              <a:gd name="connsiteY1" fmla="*/ 2313824 h 4627648"/>
              <a:gd name="connsiteX2" fmla="*/ 2313823 w 4627646"/>
              <a:gd name="connsiteY2" fmla="*/ 4627648 h 4627648"/>
              <a:gd name="connsiteX3" fmla="*/ 0 w 4627646"/>
              <a:gd name="connsiteY3" fmla="*/ 2313824 h 4627648"/>
              <a:gd name="connsiteX4" fmla="*/ 2313823 w 4627646"/>
              <a:gd name="connsiteY4" fmla="*/ 0 h 4627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32DDF20-68AE-4AE5-926A-826D456C6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3795" y="6328652"/>
            <a:ext cx="380121" cy="38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738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469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6" r:id="rId4"/>
    <p:sldLayoutId id="214748366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07/relationships/hdphoto" Target="../media/hdphoto1.wdp"/><Relationship Id="rId7" Type="http://schemas.openxmlformats.org/officeDocument/2006/relationships/image" Target="../media/image2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svg"/><Relationship Id="rId11" Type="http://schemas.openxmlformats.org/officeDocument/2006/relationships/image" Target="../media/image48.sv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svg"/><Relationship Id="rId9" Type="http://schemas.openxmlformats.org/officeDocument/2006/relationships/image" Target="../media/image46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54.png"/><Relationship Id="rId18" Type="http://schemas.openxmlformats.org/officeDocument/2006/relationships/image" Target="../media/image59.svg"/><Relationship Id="rId3" Type="http://schemas.openxmlformats.org/officeDocument/2006/relationships/image" Target="../media/image51.png"/><Relationship Id="rId21" Type="http://schemas.openxmlformats.org/officeDocument/2006/relationships/image" Target="../media/image18.png"/><Relationship Id="rId7" Type="http://schemas.openxmlformats.org/officeDocument/2006/relationships/image" Target="../media/image42.png"/><Relationship Id="rId12" Type="http://schemas.openxmlformats.org/officeDocument/2006/relationships/image" Target="../media/image41.svg"/><Relationship Id="rId17" Type="http://schemas.openxmlformats.org/officeDocument/2006/relationships/image" Target="../media/image58.png"/><Relationship Id="rId2" Type="http://schemas.openxmlformats.org/officeDocument/2006/relationships/image" Target="../media/image50.png"/><Relationship Id="rId16" Type="http://schemas.openxmlformats.org/officeDocument/2006/relationships/image" Target="../media/image57.svg"/><Relationship Id="rId20" Type="http://schemas.openxmlformats.org/officeDocument/2006/relationships/image" Target="../media/image6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svg"/><Relationship Id="rId11" Type="http://schemas.openxmlformats.org/officeDocument/2006/relationships/image" Target="../media/image40.png"/><Relationship Id="rId5" Type="http://schemas.openxmlformats.org/officeDocument/2006/relationships/image" Target="../media/image52.png"/><Relationship Id="rId15" Type="http://schemas.openxmlformats.org/officeDocument/2006/relationships/image" Target="../media/image56.png"/><Relationship Id="rId10" Type="http://schemas.openxmlformats.org/officeDocument/2006/relationships/image" Target="../media/image46.svg"/><Relationship Id="rId19" Type="http://schemas.openxmlformats.org/officeDocument/2006/relationships/image" Target="../media/image60.png"/><Relationship Id="rId4" Type="http://schemas.openxmlformats.org/officeDocument/2006/relationships/image" Target="../media/image44.png"/><Relationship Id="rId9" Type="http://schemas.openxmlformats.org/officeDocument/2006/relationships/image" Target="../media/image45.png"/><Relationship Id="rId14" Type="http://schemas.openxmlformats.org/officeDocument/2006/relationships/image" Target="../media/image55.svg"/><Relationship Id="rId22" Type="http://schemas.openxmlformats.org/officeDocument/2006/relationships/image" Target="../media/image1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63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65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67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power-platform/guidance/coe/teams-governance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1.png"/><Relationship Id="rId7" Type="http://schemas.openxmlformats.org/officeDocument/2006/relationships/image" Target="../media/image73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2.png"/><Relationship Id="rId5" Type="http://schemas.openxmlformats.org/officeDocument/2006/relationships/image" Target="../media/image71.sv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48CA09E2-6FD4-428C-84E2-CE9FD0A05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Dataverse meets Teams:</a:t>
            </a:r>
            <a:br>
              <a:rPr lang="nl-NL" dirty="0"/>
            </a:br>
            <a:r>
              <a:rPr lang="nl-NL" sz="2400" dirty="0"/>
              <a:t>Low-code app opportunities for everyone</a:t>
            </a:r>
            <a:endParaRPr lang="LID4096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0320AFD-BBEB-4C30-AEA3-65ABE5D354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Jukka Niiranen | Power Platform Advisor | MVP</a:t>
            </a:r>
          </a:p>
        </p:txBody>
      </p:sp>
    </p:spTree>
    <p:extLst>
      <p:ext uri="{BB962C8B-B14F-4D97-AF65-F5344CB8AC3E}">
        <p14:creationId xmlns:p14="http://schemas.microsoft.com/office/powerpoint/2010/main" val="2317384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813"/>
    </mc:Choice>
    <mc:Fallback xmlns="">
      <p:transition spd="slow" advTm="1681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45E56FA5-4C46-4F8C-B982-77B0A84BBF1A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622638534"/>
              </p:ext>
            </p:extLst>
          </p:nvPr>
        </p:nvGraphicFramePr>
        <p:xfrm>
          <a:off x="413456" y="1783669"/>
          <a:ext cx="10515599" cy="4544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33E823E-534E-4B2F-B896-86BED8940C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9855ADCB-6C38-4250-9B8A-63F020BFD8D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noProof="0" dirty="0"/>
              <a:t>Session objectives</a:t>
            </a:r>
          </a:p>
        </p:txBody>
      </p:sp>
      <p:pic>
        <p:nvPicPr>
          <p:cNvPr id="33" name="Picture 4">
            <a:extLst>
              <a:ext uri="{FF2B5EF4-FFF2-40B4-BE49-F238E27FC236}">
                <a16:creationId xmlns:a16="http://schemas.microsoft.com/office/drawing/2014/main" id="{08616804-7D4A-4138-B6E4-106AAD59E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-2"/>
          <a:stretch/>
        </p:blipFill>
        <p:spPr bwMode="auto">
          <a:xfrm>
            <a:off x="11622410" y="6328652"/>
            <a:ext cx="380121" cy="380121"/>
          </a:xfrm>
          <a:custGeom>
            <a:avLst/>
            <a:gdLst>
              <a:gd name="connsiteX0" fmla="*/ 2313823 w 4627646"/>
              <a:gd name="connsiteY0" fmla="*/ 0 h 4627648"/>
              <a:gd name="connsiteX1" fmla="*/ 4627646 w 4627646"/>
              <a:gd name="connsiteY1" fmla="*/ 2313824 h 4627648"/>
              <a:gd name="connsiteX2" fmla="*/ 2313823 w 4627646"/>
              <a:gd name="connsiteY2" fmla="*/ 4627648 h 4627648"/>
              <a:gd name="connsiteX3" fmla="*/ 0 w 4627646"/>
              <a:gd name="connsiteY3" fmla="*/ 2313824 h 4627648"/>
              <a:gd name="connsiteX4" fmla="*/ 2313823 w 4627646"/>
              <a:gd name="connsiteY4" fmla="*/ 0 h 4627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7A6F5AE9-1BBF-4A13-8529-F199A7EF1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3795" y="6328652"/>
            <a:ext cx="380121" cy="38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63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12"/>
    </mc:Choice>
    <mc:Fallback xmlns="">
      <p:transition spd="slow" advTm="2941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3AA22E-2584-41EB-A579-CD59A4AF28D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13456" y="1783669"/>
            <a:ext cx="8279969" cy="454498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Started working with Microsoft business apps in 2005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Launched my blog in 2008, Microsoft MVP since 2013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Switched my focus from Dynamics 365 to Power Platform around 3 years ago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Working as Power Platform Advisor &amp; Co-founder at Forward Forever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Citizen developer by heart, zero coding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Working out loud since 2010 (Yammer😍)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Excited about the Teams as a Platform story – because this could really be the next Microsoft Operating System</a:t>
            </a:r>
            <a:endParaRPr lang="en-FI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8D623-F48E-4E53-BF14-0A121C938C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Jukka Niiranen: who, what, when, why?</a:t>
            </a:r>
            <a:endParaRPr lang="en-FI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E2C7B4-5BA1-4CE9-8707-460B072FE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introduction</a:t>
            </a:r>
            <a:endParaRPr lang="en-FI" dirty="0"/>
          </a:p>
        </p:txBody>
      </p:sp>
      <p:pic>
        <p:nvPicPr>
          <p:cNvPr id="6" name="Picture 5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4BB97019-EB9E-47E3-B170-93E69A4C9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556" y="378696"/>
            <a:ext cx="2289985" cy="2289985"/>
          </a:xfrm>
          <a:prstGeom prst="flowChartConnector">
            <a:avLst/>
          </a:prstGeom>
        </p:spPr>
      </p:pic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B4F7FA1-1092-4FEF-84CD-514321DBD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041" y="3690400"/>
            <a:ext cx="2438401" cy="731520"/>
          </a:xfrm>
          <a:prstGeom prst="rect">
            <a:avLst/>
          </a:prstGeom>
        </p:spPr>
      </p:pic>
      <p:pic>
        <p:nvPicPr>
          <p:cNvPr id="10" name="Picture 9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3F96C634-13E6-4D3D-8214-453B577A41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378" y="2943027"/>
            <a:ext cx="1281728" cy="524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721BE8-1752-4F84-B403-E78864635320}"/>
              </a:ext>
            </a:extLst>
          </p:cNvPr>
          <p:cNvSpPr txBox="1"/>
          <p:nvPr/>
        </p:nvSpPr>
        <p:spPr>
          <a:xfrm>
            <a:off x="9815210" y="4645271"/>
            <a:ext cx="2907792" cy="142000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jukkaniiranen.com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@jukkan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/in/jukkaniiranen/</a:t>
            </a:r>
            <a:endParaRPr lang="en-FI" sz="2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BD73831-24CD-4BA1-8725-D403156523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3584" y="5236305"/>
            <a:ext cx="353290" cy="35329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EE56040-3178-4A79-A989-9DCE3CAF59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71765" y="5710166"/>
            <a:ext cx="355109" cy="35510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963D0D6-CF1D-4647-BA2D-83219A9460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41258" y="4699613"/>
            <a:ext cx="416121" cy="41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2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858"/>
    </mc:Choice>
    <mc:Fallback xmlns="">
      <p:transition spd="slow" advTm="12085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2E2E5C-60E8-4FEC-B514-B1669E13292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Dataverse: the big picture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Where it came from &amp; why it is the center of MS low-code universe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Dataverse for Teams in practice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 demo scenarios of real apps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When to use / not to use Dataverse for Teams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Limitations to keep in mind when architecting your solutions</a:t>
            </a:r>
            <a:endParaRPr lang="en-FI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D4D5E-6CB7-49EB-8DE4-D4CE6C0A46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639DBB-9E0E-475F-AEF7-AA29BB97F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135150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928"/>
    </mc:Choice>
    <mc:Fallback xmlns="">
      <p:transition spd="slow" advTm="4292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9D881-9770-4E19-AEC8-F3E1391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Dataverse: the big picture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09815-C221-427F-B958-14679BD3DB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4EB07AB-C4FA-4155-8171-0C38D777D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189" y="244532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24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70"/>
    </mc:Choice>
    <mc:Fallback xmlns="">
      <p:transition spd="slow" advTm="337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89ECC6-8CE7-4202-AA56-0DC604AC54C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It’s not </a:t>
            </a:r>
            <a:r>
              <a:rPr lang="en-US" i="1" dirty="0">
                <a:latin typeface="Segoe UI" panose="020B0502040204020203" pitchFamily="34" charset="0"/>
                <a:cs typeface="Segoe UI" panose="020B0502040204020203" pitchFamily="34" charset="0"/>
              </a:rPr>
              <a:t>just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 relational database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Offers features for managing security, workflows, integration, audit, app lifecycle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Mature platform for enterprise scale business applications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Available as a MS cloud service since 2011 (just with a different name)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Caters to both citizen developers and code-first developers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Full GUI for building apps with zero code, extensive APIs for building custom apps and integrations with as much code as you need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Microsoft’s preferred choice for you to build Power Apps on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While SharePoint may be the most widely used app data source still, MS investments are aiming at making Dataverse work as natively with Power Apps as possible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21573-FD1C-4ACF-A009-05E603CF13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3458" y="1079441"/>
            <a:ext cx="9554887" cy="523221"/>
          </a:xfrm>
        </p:spPr>
        <p:txBody>
          <a:bodyPr/>
          <a:lstStyle/>
          <a:p>
            <a:endParaRPr lang="en-FI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ADCC49-7A20-4EF8-9BC8-BEDBAEA37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Dataverse: what is it &amp; why should I care?</a:t>
            </a:r>
            <a:endParaRPr lang="en-FI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87E765B-0F32-465E-9B86-7E95126E4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4551" y="259978"/>
            <a:ext cx="1338793" cy="13387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7041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400"/>
    </mc:Choice>
    <mc:Fallback xmlns="">
      <p:transition spd="slow" advTm="1504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C2FA7-41D2-42BF-B7D8-0CE243829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business apps built on Dataverse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7B780D-AF65-4DF6-8BD7-B635ADF988B2}"/>
              </a:ext>
            </a:extLst>
          </p:cNvPr>
          <p:cNvSpPr/>
          <p:nvPr/>
        </p:nvSpPr>
        <p:spPr>
          <a:xfrm>
            <a:off x="2535787" y="4493154"/>
            <a:ext cx="2764140" cy="73291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CA9A4F-DC0A-4654-B44D-61C1517746C8}"/>
              </a:ext>
            </a:extLst>
          </p:cNvPr>
          <p:cNvSpPr/>
          <p:nvPr/>
        </p:nvSpPr>
        <p:spPr>
          <a:xfrm>
            <a:off x="5422225" y="3714942"/>
            <a:ext cx="5663230" cy="15101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FE602D-57BE-426F-9967-A3353F9E15B0}"/>
              </a:ext>
            </a:extLst>
          </p:cNvPr>
          <p:cNvSpPr/>
          <p:nvPr/>
        </p:nvSpPr>
        <p:spPr>
          <a:xfrm>
            <a:off x="2535786" y="2265488"/>
            <a:ext cx="2764140" cy="1325563"/>
          </a:xfrm>
          <a:prstGeom prst="rect">
            <a:avLst/>
          </a:prstGeom>
          <a:solidFill>
            <a:srgbClr val="555B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42DABD-B694-477E-9FAF-2484F36AA4E7}"/>
              </a:ext>
            </a:extLst>
          </p:cNvPr>
          <p:cNvSpPr/>
          <p:nvPr/>
        </p:nvSpPr>
        <p:spPr>
          <a:xfrm>
            <a:off x="5422225" y="2270571"/>
            <a:ext cx="2764140" cy="1325563"/>
          </a:xfrm>
          <a:prstGeom prst="rect">
            <a:avLst/>
          </a:prstGeom>
          <a:solidFill>
            <a:srgbClr val="7427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A3D04E-33AF-49F0-BAC0-5D111F275B04}"/>
              </a:ext>
            </a:extLst>
          </p:cNvPr>
          <p:cNvSpPr txBox="1"/>
          <p:nvPr/>
        </p:nvSpPr>
        <p:spPr>
          <a:xfrm>
            <a:off x="3332861" y="4497924"/>
            <a:ext cx="1982364" cy="707886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</a:t>
            </a:r>
            <a:r>
              <a:rPr lang="en-FI"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verse</a:t>
            </a:r>
          </a:p>
          <a:p>
            <a:pPr algn="ctr"/>
            <a:r>
              <a:rPr lang="en-FI"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Teams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F7DA06-A64E-41C4-85BC-28EBA2B472A5}"/>
              </a:ext>
            </a:extLst>
          </p:cNvPr>
          <p:cNvSpPr txBox="1"/>
          <p:nvPr/>
        </p:nvSpPr>
        <p:spPr>
          <a:xfrm>
            <a:off x="7432509" y="3851126"/>
            <a:ext cx="2053328" cy="52322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FI"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Dataverse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38A7C1-FE1D-4849-92A8-4A1B2669F66C}"/>
              </a:ext>
            </a:extLst>
          </p:cNvPr>
          <p:cNvSpPr txBox="1"/>
          <p:nvPr/>
        </p:nvSpPr>
        <p:spPr>
          <a:xfrm>
            <a:off x="6054417" y="2681944"/>
            <a:ext cx="1982364" cy="46166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 Apps</a:t>
            </a:r>
            <a:endParaRPr lang="en-FI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C32805-93D0-4AEB-9E29-BFA5703E532C}"/>
              </a:ext>
            </a:extLst>
          </p:cNvPr>
          <p:cNvSpPr/>
          <p:nvPr/>
        </p:nvSpPr>
        <p:spPr>
          <a:xfrm>
            <a:off x="8310360" y="2265489"/>
            <a:ext cx="2764140" cy="13255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5F3631-5006-4AB7-B600-DE96092BF681}"/>
              </a:ext>
            </a:extLst>
          </p:cNvPr>
          <p:cNvSpPr txBox="1"/>
          <p:nvPr/>
        </p:nvSpPr>
        <p:spPr>
          <a:xfrm>
            <a:off x="8802948" y="2715494"/>
            <a:ext cx="2207377" cy="46166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Dynamics 365</a:t>
            </a:r>
            <a:endParaRPr lang="en-FI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6" name="Picture 4" descr="MS-Teams">
            <a:extLst>
              <a:ext uri="{FF2B5EF4-FFF2-40B4-BE49-F238E27FC236}">
                <a16:creationId xmlns:a16="http://schemas.microsoft.com/office/drawing/2014/main" id="{3F306AFE-7C00-4350-A820-28579B823F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4785" y1="34953" x2="54785" y2="34953"/>
                        <a14:foregroundMark x1="61719" y1="36449" x2="61719" y2="36449"/>
                        <a14:foregroundMark x1="57031" y1="61495" x2="57031" y2="61495"/>
                        <a14:foregroundMark x1="64551" y1="58692" x2="64551" y2="58692"/>
                        <a14:backgroundMark x1="43457" y1="42430" x2="43457" y2="42430"/>
                        <a14:backgroundMark x1="56055" y1="43925" x2="56055" y2="43925"/>
                        <a14:backgroundMark x1="59863" y1="55701" x2="59863" y2="55701"/>
                        <a14:backgroundMark x1="59863" y1="57944" x2="59863" y2="579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876" t="16361" r="30574" b="15255"/>
          <a:stretch/>
        </p:blipFill>
        <p:spPr bwMode="auto">
          <a:xfrm>
            <a:off x="2625510" y="2611532"/>
            <a:ext cx="747395" cy="675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86332E5-02EC-4D9A-9631-34419F2C8EE8}"/>
              </a:ext>
            </a:extLst>
          </p:cNvPr>
          <p:cNvSpPr txBox="1"/>
          <p:nvPr/>
        </p:nvSpPr>
        <p:spPr>
          <a:xfrm>
            <a:off x="3270358" y="2681944"/>
            <a:ext cx="1982364" cy="46166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Teams apps</a:t>
            </a:r>
            <a:endParaRPr lang="en-FI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3D9111-8BD0-4C11-83DF-53BA60750EF3}"/>
              </a:ext>
            </a:extLst>
          </p:cNvPr>
          <p:cNvSpPr/>
          <p:nvPr/>
        </p:nvSpPr>
        <p:spPr>
          <a:xfrm>
            <a:off x="2479794" y="1690688"/>
            <a:ext cx="2876121" cy="4433665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76A5C4-FC11-41D9-9C34-28A487115C4C}"/>
              </a:ext>
            </a:extLst>
          </p:cNvPr>
          <p:cNvSpPr txBox="1"/>
          <p:nvPr/>
        </p:nvSpPr>
        <p:spPr>
          <a:xfrm>
            <a:off x="5422225" y="5328558"/>
            <a:ext cx="2764140" cy="64633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 App license: $5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 User license: $20</a:t>
            </a:r>
            <a:endParaRPr lang="en-FI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381A4C-8BD1-42A2-ABCB-15F245D1720D}"/>
              </a:ext>
            </a:extLst>
          </p:cNvPr>
          <p:cNvSpPr txBox="1"/>
          <p:nvPr/>
        </p:nvSpPr>
        <p:spPr>
          <a:xfrm>
            <a:off x="8310360" y="5328558"/>
            <a:ext cx="2764140" cy="7386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en-US" baseline="30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</a:t>
            </a:r>
            <a:r>
              <a:rPr lang="en-US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Enterprise App: $95</a:t>
            </a:r>
          </a:p>
          <a:p>
            <a:pPr algn="ctr"/>
            <a:r>
              <a:rPr lang="en-US" sz="12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(allows custom app creation in the context of the originally licensed app)</a:t>
            </a:r>
            <a:endParaRPr lang="en-FI" sz="16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2124F9-98AD-4D31-9074-26F6806E6828}"/>
              </a:ext>
            </a:extLst>
          </p:cNvPr>
          <p:cNvSpPr txBox="1"/>
          <p:nvPr/>
        </p:nvSpPr>
        <p:spPr>
          <a:xfrm>
            <a:off x="2535786" y="5328557"/>
            <a:ext cx="2764140" cy="64633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Included in Microsoft 365 subscriptions</a:t>
            </a:r>
            <a:endParaRPr lang="en-FI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858BE5-6B4A-473C-926F-5BC5DC974E95}"/>
              </a:ext>
            </a:extLst>
          </p:cNvPr>
          <p:cNvSpPr txBox="1"/>
          <p:nvPr/>
        </p:nvSpPr>
        <p:spPr>
          <a:xfrm>
            <a:off x="2807739" y="1781778"/>
            <a:ext cx="2258568" cy="3693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Today’s focus</a:t>
            </a:r>
            <a:endParaRPr lang="en-FI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ACF8BF-7927-4B3E-AA0D-ACA7FF4EEBFF}"/>
              </a:ext>
            </a:extLst>
          </p:cNvPr>
          <p:cNvSpPr txBox="1"/>
          <p:nvPr/>
        </p:nvSpPr>
        <p:spPr>
          <a:xfrm>
            <a:off x="1291396" y="5513224"/>
            <a:ext cx="1064403" cy="3693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License</a:t>
            </a:r>
            <a:endParaRPr lang="en-FI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AB6D15-2623-40E4-B218-9C36E9DA8120}"/>
              </a:ext>
            </a:extLst>
          </p:cNvPr>
          <p:cNvSpPr txBox="1"/>
          <p:nvPr/>
        </p:nvSpPr>
        <p:spPr>
          <a:xfrm>
            <a:off x="1291396" y="2798467"/>
            <a:ext cx="1064403" cy="3693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</a:t>
            </a:r>
            <a:endParaRPr lang="en-FI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476FB3-2877-420D-8006-36048EF7A848}"/>
              </a:ext>
            </a:extLst>
          </p:cNvPr>
          <p:cNvSpPr txBox="1"/>
          <p:nvPr/>
        </p:nvSpPr>
        <p:spPr>
          <a:xfrm>
            <a:off x="1219201" y="4241457"/>
            <a:ext cx="1157638" cy="3693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Platform</a:t>
            </a:r>
            <a:endParaRPr lang="en-FI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FB251ABA-E10E-4EED-AF77-B3FFD244F6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9207" y="4528701"/>
            <a:ext cx="646331" cy="646331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20E7595-58F9-4743-9D7C-81AEE90E3C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8479" y="3789570"/>
            <a:ext cx="646331" cy="64633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7FA46F1-9FAE-4604-B99A-1E41CF5B30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05030" y="2629398"/>
            <a:ext cx="633856" cy="63385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E60BC167-3613-47A8-9907-E74642DB0B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0360" y="2652841"/>
            <a:ext cx="633857" cy="63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5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764"/>
    </mc:Choice>
    <mc:Fallback xmlns="">
      <p:transition spd="slow" advTm="9976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989907-AFEB-4C96-A3FB-5EF3C2EC287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Available to every Microsoft Teams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Better foundation for app data model than Microsoft Lists (SharePoint)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Self-service management of Dataverse environment, users are tightly coupled with the team’s roles (owner, member, guest – “OMG”)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Simplified feature set aimed at citizen developers (vs. full Dataverse aimed at enterprise solutions and pro devs)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Can integrate with external systems via Azure API Management (with the help of pro devs…)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Offers an upgrade path to full Dataverse without needing to re-architect the applications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80E5D-9758-4BA8-B78F-0DCABDA5CE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1EBE8D-471C-4B9D-AC87-EA445FF4D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benefits of Dataverse for Teams</a:t>
            </a:r>
            <a:endParaRPr lang="en-FI" dirty="0"/>
          </a:p>
        </p:txBody>
      </p:sp>
      <p:pic>
        <p:nvPicPr>
          <p:cNvPr id="6" name="Graphic 5" descr="Thumbs up sign with solid fill">
            <a:extLst>
              <a:ext uri="{FF2B5EF4-FFF2-40B4-BE49-F238E27FC236}">
                <a16:creationId xmlns:a16="http://schemas.microsoft.com/office/drawing/2014/main" id="{B9F056F3-6630-4DB5-9E62-B31E28022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9055" y="223057"/>
            <a:ext cx="914400" cy="914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316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135"/>
    </mc:Choice>
    <mc:Fallback xmlns="">
      <p:transition spd="slow" advTm="1611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E839F-49D6-4F39-85F9-B4D78EB2DF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 the sample apps from Microsoft Teams store</a:t>
            </a:r>
            <a:endParaRPr lang="en-FI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59E0AA-2218-48F0-8ABD-876FE4B40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quickest way to try Dataverse</a:t>
            </a:r>
            <a:endParaRPr lang="en-F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4D85C-0B99-4AC5-9EAB-8F7DB5C82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551" y="1690688"/>
            <a:ext cx="9004897" cy="51673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86FA30-ACC8-4F8B-80B9-A6AACC1F0573}"/>
              </a:ext>
            </a:extLst>
          </p:cNvPr>
          <p:cNvSpPr/>
          <p:nvPr/>
        </p:nvSpPr>
        <p:spPr>
          <a:xfrm>
            <a:off x="2108006" y="4474278"/>
            <a:ext cx="8299402" cy="230345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5355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35"/>
    </mc:Choice>
    <mc:Fallback xmlns="">
      <p:transition spd="slow" advTm="576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A4D888-5EBE-43BA-B274-8F0D0CEB9F5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If you’re a team member, you can provision a new Dataverse for Teams environment by creating a new app (or installing a sample app)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Unless the Teams admin has explicitly blocked Power Apps + all the MS sample apps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DV4T environment gets 2 GB worth of storage capacity – does not affect the tenant level capacity for full Dataverse environments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Each tenant gets 5 environments + 1 additional environment for every 20 eligible Microsoft 365 user licenses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With 1K users you get 55 environments, with 100K you get 5,005 environments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 environment per team, but you can have as many apps there as needed</a:t>
            </a:r>
            <a:endParaRPr lang="en-FI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BA1C2-B44A-42CA-8D46-AE601DCE10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F1DC4B-0C8A-4895-978E-E3DE92FE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Everyone can be an app maker in Teams</a:t>
            </a:r>
            <a:endParaRPr lang="en-FI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014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762"/>
    </mc:Choice>
    <mc:Fallback xmlns="">
      <p:transition spd="slow" advTm="1057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9D881-9770-4E19-AEC8-F3E1391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Dataverse for Teams in practice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09815-C221-427F-B958-14679BD3DB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CE48C0-87FE-4CC7-9E62-77D59B37E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06" y="241761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1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22"/>
    </mc:Choice>
    <mc:Fallback xmlns="">
      <p:transition spd="slow" advTm="972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4FD6846-BEA8-4EBE-8377-F2E2F65B43F3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148665027"/>
              </p:ext>
            </p:extLst>
          </p:nvPr>
        </p:nvGraphicFramePr>
        <p:xfrm>
          <a:off x="412750" y="1784350"/>
          <a:ext cx="10515600" cy="4545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5B4EB-21CF-44AE-8418-B39B94D79C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181F79-F2E1-489C-BEB4-0D287A4B7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scenarios</a:t>
            </a:r>
          </a:p>
        </p:txBody>
      </p:sp>
    </p:spTree>
    <p:extLst>
      <p:ext uri="{BB962C8B-B14F-4D97-AF65-F5344CB8AC3E}">
        <p14:creationId xmlns:p14="http://schemas.microsoft.com/office/powerpoint/2010/main" val="391741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823"/>
    </mc:Choice>
    <mc:Fallback xmlns="">
      <p:transition spd="slow" advTm="4582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134ACE-F784-41E2-83B5-FDDE23AA237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Organization’s need: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Ensure a smooth experience for handling all necessary tasks when a new employee joins the organization - for both the new employee and those who are responsible for helping in completing the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Starting point: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OneNote based template list of onboarding tasks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New copy created to serve as a checklist for each new employee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Solution on Dataverse for Teams: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Dataverse tables for storing onboarding tasks and employees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Business logic to copy tasks from a template when new employees are added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Power Apps UI to show tasks per responsible person and track task completion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30476-B3FB-44D9-8689-1779B469AC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Scenario</a:t>
            </a:r>
            <a:endParaRPr lang="en-FI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52C627-15AA-419A-ABEB-537E33C6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Onboarding app</a:t>
            </a:r>
            <a:endParaRPr lang="en-FI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538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262"/>
    </mc:Choice>
    <mc:Fallback xmlns="">
      <p:transition spd="slow" advTm="1072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8A9B3-495C-4C97-9104-8296924E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the tables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EF7D1F8-A623-4939-88CF-C24B54738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166" y="1578562"/>
            <a:ext cx="9725891" cy="4491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25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620"/>
    </mc:Choice>
    <mc:Fallback xmlns="">
      <p:transition spd="slow" advTm="3862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1DE3-2888-42E2-9DDB-D805E1065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Default UI generated for updating template tasks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21376C-998C-4B66-A82B-AC04EFD72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976" y="1535171"/>
            <a:ext cx="8486047" cy="5041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8670099"/>
      </p:ext>
    </p:extLst>
  </p:cSld>
  <p:clrMapOvr>
    <a:masterClrMapping/>
  </p:clrMapOvr>
  <p:transition spd="med" advTm="31443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D85A3-3250-4404-8B86-1317408DF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card UI for the employee list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5E9D0AB-AC9B-449E-975B-BD08BC790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66" y="1330036"/>
            <a:ext cx="10404491" cy="5016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8843697"/>
      </p:ext>
    </p:extLst>
  </p:cSld>
  <p:clrMapOvr>
    <a:masterClrMapping/>
  </p:clrMapOvr>
  <p:transition spd="med" advTm="24286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9F240-F828-4FA1-B40C-A71301A9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app published to a team’s channel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5AA5FE5-0920-414A-8212-7E5220B4C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635" y="1192106"/>
            <a:ext cx="8806729" cy="5285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260367"/>
      </p:ext>
    </p:extLst>
  </p:cSld>
  <p:clrMapOvr>
    <a:masterClrMapping/>
  </p:clrMapOvr>
  <p:transition spd="med" advTm="28362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D3989-89F7-4797-9200-6C2B3754ADC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Organization’s need: 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Manage the availability of hospital staff required for different categories of visits and activities associated with them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Create demand estimates through extensive calculation formulas, track actual number of visits + duration of activities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Starting point: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Common Excel workbook that contained all the planning calculations as well as actual visit and activity duration data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Infrequent and inaccurate entry of data by the hospital personnel, due to having to open the Excel workbook on a PC at the end of the shift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Solution on Dataverse for Teams: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Capacity elements modelled into Dataverse tables, with required calculation logic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Dedicated UIs for capacity planning, actual data entry and results analysis</a:t>
            </a:r>
            <a:endParaRPr lang="en-FI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AB13F-1946-42D6-8FAE-73F0C38359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Scenario</a:t>
            </a:r>
            <a:endParaRPr lang="en-FI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0AE49E-8C8D-4BDB-9CE7-618A6412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Hospital capacity planning &amp; tracking app</a:t>
            </a:r>
            <a:endParaRPr lang="en-FI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283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445"/>
    </mc:Choice>
    <mc:Fallback xmlns="">
      <p:transition spd="slow" advTm="1364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639C-0CA5-414E-8FDE-97A4D0C6B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Hospital capacity planning &amp; tracking app</a:t>
            </a:r>
            <a:endParaRPr lang="en-FI" dirty="0"/>
          </a:p>
        </p:txBody>
      </p:sp>
      <p:pic>
        <p:nvPicPr>
          <p:cNvPr id="3" name="Picture 2" descr="PA_Planning">
            <a:extLst>
              <a:ext uri="{FF2B5EF4-FFF2-40B4-BE49-F238E27FC236}">
                <a16:creationId xmlns:a16="http://schemas.microsoft.com/office/drawing/2014/main" id="{BFB45208-B355-40A5-B750-E612B55866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46" b="48864"/>
          <a:stretch/>
        </p:blipFill>
        <p:spPr bwMode="auto">
          <a:xfrm>
            <a:off x="131568" y="1817430"/>
            <a:ext cx="5341675" cy="2496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 descr="PA_Käyntityypit">
            <a:extLst>
              <a:ext uri="{FF2B5EF4-FFF2-40B4-BE49-F238E27FC236}">
                <a16:creationId xmlns:a16="http://schemas.microsoft.com/office/drawing/2014/main" id="{B80F98E3-3A98-4B1F-8AEB-FAC37F2851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317" b="50296"/>
          <a:stretch/>
        </p:blipFill>
        <p:spPr bwMode="auto">
          <a:xfrm>
            <a:off x="457028" y="3506814"/>
            <a:ext cx="5107864" cy="227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703FBD4-1EA1-4551-B4E6-2FAB33B82D67}"/>
              </a:ext>
            </a:extLst>
          </p:cNvPr>
          <p:cNvSpPr txBox="1">
            <a:spLocks/>
          </p:cNvSpPr>
          <p:nvPr/>
        </p:nvSpPr>
        <p:spPr>
          <a:xfrm>
            <a:off x="413458" y="1079441"/>
            <a:ext cx="10515600" cy="5232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1) Capacity planning app for Teams desktop client</a:t>
            </a:r>
            <a:endParaRPr lang="en-FI" sz="2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2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860"/>
    </mc:Choice>
    <mc:Fallback xmlns="">
      <p:transition spd="slow" advTm="4786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639C-0CA5-414E-8FDE-97A4D0C6B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Hospital capacity planning &amp; tracking app</a:t>
            </a:r>
            <a:endParaRPr lang="en-FI" dirty="0"/>
          </a:p>
        </p:txBody>
      </p:sp>
      <p:pic>
        <p:nvPicPr>
          <p:cNvPr id="3" name="Picture 2" descr="PA_Planning">
            <a:extLst>
              <a:ext uri="{FF2B5EF4-FFF2-40B4-BE49-F238E27FC236}">
                <a16:creationId xmlns:a16="http://schemas.microsoft.com/office/drawing/2014/main" id="{BFB45208-B355-40A5-B750-E612B55866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46" b="48864"/>
          <a:stretch/>
        </p:blipFill>
        <p:spPr bwMode="auto">
          <a:xfrm>
            <a:off x="131568" y="1817430"/>
            <a:ext cx="5341675" cy="2496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 descr="PA_Käyntityypit">
            <a:extLst>
              <a:ext uri="{FF2B5EF4-FFF2-40B4-BE49-F238E27FC236}">
                <a16:creationId xmlns:a16="http://schemas.microsoft.com/office/drawing/2014/main" id="{B80F98E3-3A98-4B1F-8AEB-FAC37F2851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317" b="50296"/>
          <a:stretch/>
        </p:blipFill>
        <p:spPr bwMode="auto">
          <a:xfrm>
            <a:off x="457028" y="3506814"/>
            <a:ext cx="5107864" cy="227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PA_My_Day">
            <a:extLst>
              <a:ext uri="{FF2B5EF4-FFF2-40B4-BE49-F238E27FC236}">
                <a16:creationId xmlns:a16="http://schemas.microsoft.com/office/drawing/2014/main" id="{A45AB272-4E99-45AA-BA1A-E8568B2CA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0663" y="1817429"/>
            <a:ext cx="1853069" cy="379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703FBD4-1EA1-4551-B4E6-2FAB33B82D67}"/>
              </a:ext>
            </a:extLst>
          </p:cNvPr>
          <p:cNvSpPr txBox="1">
            <a:spLocks/>
          </p:cNvSpPr>
          <p:nvPr/>
        </p:nvSpPr>
        <p:spPr>
          <a:xfrm>
            <a:off x="413458" y="1079441"/>
            <a:ext cx="10515600" cy="5232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2) Capacity tracking app for mobile devices</a:t>
            </a:r>
            <a:endParaRPr lang="en-FI" sz="2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373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4840">
        <p:fade/>
      </p:transition>
    </mc:Choice>
    <mc:Fallback>
      <p:transition spd="med" advTm="3484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639C-0CA5-414E-8FDE-97A4D0C6B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Hospital capacity planning &amp; tracking app</a:t>
            </a:r>
            <a:endParaRPr lang="en-FI" dirty="0"/>
          </a:p>
        </p:txBody>
      </p:sp>
      <p:pic>
        <p:nvPicPr>
          <p:cNvPr id="3" name="Picture 2" descr="PA_Planning">
            <a:extLst>
              <a:ext uri="{FF2B5EF4-FFF2-40B4-BE49-F238E27FC236}">
                <a16:creationId xmlns:a16="http://schemas.microsoft.com/office/drawing/2014/main" id="{BFB45208-B355-40A5-B750-E612B55866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46" b="48864"/>
          <a:stretch/>
        </p:blipFill>
        <p:spPr bwMode="auto">
          <a:xfrm>
            <a:off x="131568" y="1817430"/>
            <a:ext cx="5341675" cy="2496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 descr="PA_Käyntityypit">
            <a:extLst>
              <a:ext uri="{FF2B5EF4-FFF2-40B4-BE49-F238E27FC236}">
                <a16:creationId xmlns:a16="http://schemas.microsoft.com/office/drawing/2014/main" id="{B80F98E3-3A98-4B1F-8AEB-FAC37F2851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317" b="50296"/>
          <a:stretch/>
        </p:blipFill>
        <p:spPr bwMode="auto">
          <a:xfrm>
            <a:off x="457028" y="3506814"/>
            <a:ext cx="5107864" cy="227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PA_My_Day">
            <a:extLst>
              <a:ext uri="{FF2B5EF4-FFF2-40B4-BE49-F238E27FC236}">
                <a16:creationId xmlns:a16="http://schemas.microsoft.com/office/drawing/2014/main" id="{A45AB272-4E99-45AA-BA1A-E8568B2CA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0663" y="1817429"/>
            <a:ext cx="1853069" cy="379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A_PowerBIReport2">
            <a:extLst>
              <a:ext uri="{FF2B5EF4-FFF2-40B4-BE49-F238E27FC236}">
                <a16:creationId xmlns:a16="http://schemas.microsoft.com/office/drawing/2014/main" id="{61A060F7-3E2D-484E-BB45-3F3161D7D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467" y="3065791"/>
            <a:ext cx="5796440" cy="315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703FBD4-1EA1-4551-B4E6-2FAB33B82D67}"/>
              </a:ext>
            </a:extLst>
          </p:cNvPr>
          <p:cNvSpPr txBox="1">
            <a:spLocks/>
          </p:cNvSpPr>
          <p:nvPr/>
        </p:nvSpPr>
        <p:spPr>
          <a:xfrm>
            <a:off x="413458" y="1079441"/>
            <a:ext cx="10515600" cy="5232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3) Power BI report for tracking planned vs. actual capacity</a:t>
            </a:r>
            <a:endParaRPr lang="en-FI" sz="2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443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48847">
        <p:fade/>
      </p:transition>
    </mc:Choice>
    <mc:Fallback>
      <p:transition spd="med" advTm="48847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134ACE-F784-41E2-83B5-FDDE23AA237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Organization’s need: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Allow employees to request services from IT, such as local admin rights to PC, installation of additional software, access to specific cloud 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Starting point: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No formal intranet instructions page or forms for submitting requests, process handled via email, no central visibility to requests/approvals/delivery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Solution on Dataverse for Teams: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Dataverse tables + IT Admin app developed into a team accessible by IT only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Employee facing IT Requests app published from that same team to the whole organization, pinned as a tab in common Teams channels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Request approval process managed via native MS Approvals app inside Teams, triggered and monitored via Power Automate cloud flows</a:t>
            </a:r>
            <a:endParaRPr lang="en-FI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30476-B3FB-44D9-8689-1779B469AC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Scenario</a:t>
            </a:r>
            <a:endParaRPr lang="en-FI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52C627-15AA-419A-ABEB-537E33C6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Self-service app</a:t>
            </a:r>
            <a:endParaRPr lang="en-FI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245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4665"/>
    </mc:Choice>
    <mc:Fallback xmlns="">
      <p:transition spd="slow" advTm="1346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30476-B3FB-44D9-8689-1779B469AC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1) Employee browses the service catalog and selects a service</a:t>
            </a:r>
            <a:endParaRPr lang="en-FI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52C627-15AA-419A-ABEB-537E33C6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Self-service app: employee</a:t>
            </a:r>
            <a:endParaRPr lang="en-FI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C1A7FEDD-7220-4F85-9349-6C8C8789FE0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1829578" y="1742786"/>
            <a:ext cx="8532843" cy="4545013"/>
          </a:xfrm>
        </p:spPr>
      </p:pic>
    </p:spTree>
    <p:extLst>
      <p:ext uri="{BB962C8B-B14F-4D97-AF65-F5344CB8AC3E}">
        <p14:creationId xmlns:p14="http://schemas.microsoft.com/office/powerpoint/2010/main" val="197599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27366"/>
    </mc:Choice>
    <mc:Fallback>
      <p:transition advTm="2736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30476-B3FB-44D9-8689-1779B469AC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2) Employee fills the service request form with justification details &amp; accepts the terms</a:t>
            </a:r>
            <a:endParaRPr lang="en-FI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52C627-15AA-419A-ABEB-537E33C6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Self-service app: employee</a:t>
            </a:r>
            <a:endParaRPr lang="en-FI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B3CD084-51EA-47B2-BEE7-D5082005C17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1829578" y="1763569"/>
            <a:ext cx="8532843" cy="4545013"/>
          </a:xfrm>
        </p:spPr>
      </p:pic>
    </p:spTree>
    <p:extLst>
      <p:ext uri="{BB962C8B-B14F-4D97-AF65-F5344CB8AC3E}">
        <p14:creationId xmlns:p14="http://schemas.microsoft.com/office/powerpoint/2010/main" val="1985439042"/>
      </p:ext>
    </p:extLst>
  </p:cSld>
  <p:clrMapOvr>
    <a:masterClrMapping/>
  </p:clrMapOvr>
  <p:transition spd="med" advTm="39916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30476-B3FB-44D9-8689-1779B469AC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3) Members of the approval team for the service get the employee’s request for review</a:t>
            </a:r>
            <a:endParaRPr lang="en-FI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52C627-15AA-419A-ABEB-537E33C6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Self-service app: approval team member</a:t>
            </a:r>
            <a:endParaRPr lang="en-FI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E415944-9E5F-41F1-BE35-A590CC0FC161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1796718" y="1784350"/>
            <a:ext cx="8598563" cy="4545013"/>
          </a:xfrm>
        </p:spPr>
      </p:pic>
    </p:spTree>
    <p:extLst>
      <p:ext uri="{BB962C8B-B14F-4D97-AF65-F5344CB8AC3E}">
        <p14:creationId xmlns:p14="http://schemas.microsoft.com/office/powerpoint/2010/main" val="961068524"/>
      </p:ext>
    </p:extLst>
  </p:cSld>
  <p:clrMapOvr>
    <a:masterClrMapping/>
  </p:clrMapOvr>
  <p:transition spd="med" advTm="43028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30476-B3FB-44D9-8689-1779B469AC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3457" y="1079441"/>
            <a:ext cx="10871069" cy="523221"/>
          </a:xfrm>
        </p:spPr>
        <p:txBody>
          <a:bodyPr/>
          <a:lstStyle/>
          <a:p>
            <a:r>
              <a:rPr lang="en-US" dirty="0"/>
              <a:t>4) Approved request results in either Azure AD group membership or email ticket to helpdesk</a:t>
            </a:r>
            <a:endParaRPr lang="en-FI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52C627-15AA-419A-ABEB-537E33C6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Self-service app: service delivery</a:t>
            </a:r>
            <a:endParaRPr lang="en-FI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C9AE965-2A43-43B9-9B6D-2474B2D9020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3438131" y="1770495"/>
            <a:ext cx="4466251" cy="4545013"/>
          </a:xfr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551C8CA-D564-4E8C-B8F6-A6BF7BF317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6437" y="4524038"/>
            <a:ext cx="775072" cy="77507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044B686-B7F8-4D3B-B45C-949645589D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6437" y="3335873"/>
            <a:ext cx="775072" cy="775072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9B95F032-1F90-45CE-8B34-60F1C63456F5}"/>
              </a:ext>
            </a:extLst>
          </p:cNvPr>
          <p:cNvSpPr/>
          <p:nvPr/>
        </p:nvSpPr>
        <p:spPr>
          <a:xfrm>
            <a:off x="7758544" y="3574472"/>
            <a:ext cx="775071" cy="29787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1AFA8C7-16D6-4E77-853C-7AA5D3A1A387}"/>
              </a:ext>
            </a:extLst>
          </p:cNvPr>
          <p:cNvSpPr/>
          <p:nvPr/>
        </p:nvSpPr>
        <p:spPr>
          <a:xfrm>
            <a:off x="7758544" y="4762637"/>
            <a:ext cx="775071" cy="29787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Take control of your Microsoft Teams environment part 5 | Teams.rocks">
            <a:extLst>
              <a:ext uri="{FF2B5EF4-FFF2-40B4-BE49-F238E27FC236}">
                <a16:creationId xmlns:a16="http://schemas.microsoft.com/office/drawing/2014/main" id="{2FBA8B22-3BDC-4868-B84C-68B0069BA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974" y="1657439"/>
            <a:ext cx="620752" cy="62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B54C96DB-D03F-4804-B2B8-A3091ADED4D4}"/>
              </a:ext>
            </a:extLst>
          </p:cNvPr>
          <p:cNvSpPr/>
          <p:nvPr/>
        </p:nvSpPr>
        <p:spPr>
          <a:xfrm>
            <a:off x="2597726" y="1818878"/>
            <a:ext cx="775071" cy="297873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D28B5EF-AC17-47E8-8458-17F706C3C8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41419" y="3419794"/>
            <a:ext cx="644870" cy="644870"/>
          </a:xfrm>
          <a:prstGeom prst="rect">
            <a:avLst/>
          </a:prstGeom>
        </p:spPr>
      </p:pic>
      <p:pic>
        <p:nvPicPr>
          <p:cNvPr id="16" name="Graphic 15" descr="Call center with solid fill">
            <a:extLst>
              <a:ext uri="{FF2B5EF4-FFF2-40B4-BE49-F238E27FC236}">
                <a16:creationId xmlns:a16="http://schemas.microsoft.com/office/drawing/2014/main" id="{B98DC9F6-B2DA-4D70-8F74-9E5BE0FEB3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79074" y="4524038"/>
            <a:ext cx="775072" cy="77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29720"/>
      </p:ext>
    </p:extLst>
  </p:cSld>
  <p:clrMapOvr>
    <a:masterClrMapping/>
  </p:clrMapOvr>
  <p:transition spd="med" advTm="32513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30476-B3FB-44D9-8689-1779B469AC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5) Admin app provides overview and details of all request by status, service, user</a:t>
            </a:r>
            <a:endParaRPr lang="en-FI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52C627-15AA-419A-ABEB-537E33C6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Self-service app: IT admin</a:t>
            </a:r>
            <a:endParaRPr lang="en-FI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85B341-18E7-46CF-85DA-8A5038FC2FA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1375107" y="1784350"/>
            <a:ext cx="8590885" cy="4545013"/>
          </a:xfrm>
        </p:spPr>
      </p:pic>
    </p:spTree>
    <p:extLst>
      <p:ext uri="{BB962C8B-B14F-4D97-AF65-F5344CB8AC3E}">
        <p14:creationId xmlns:p14="http://schemas.microsoft.com/office/powerpoint/2010/main" val="1177830137"/>
      </p:ext>
    </p:extLst>
  </p:cSld>
  <p:clrMapOvr>
    <a:masterClrMapping/>
  </p:clrMapOvr>
  <p:transition spd="med" advTm="49144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D8250706-54FD-443E-AE55-430569AA3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613" y="2105031"/>
            <a:ext cx="3715189" cy="204607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3B12AE5-A5C9-4F45-AA4D-E77871926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67" y="2107597"/>
            <a:ext cx="3713658" cy="204241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30476-B3FB-44D9-8689-1779B469AC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3458" y="1079441"/>
            <a:ext cx="11293350" cy="523221"/>
          </a:xfrm>
        </p:spPr>
        <p:txBody>
          <a:bodyPr/>
          <a:lstStyle/>
          <a:p>
            <a:r>
              <a:rPr lang="en-US" dirty="0"/>
              <a:t>Data hosted in one Dataverse for Teams environment, shared to other teams for employee access</a:t>
            </a:r>
            <a:endParaRPr lang="en-FI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52C627-15AA-419A-ABEB-537E33C6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Self-service app: team architecture</a:t>
            </a:r>
            <a:endParaRPr lang="en-FI" dirty="0"/>
          </a:p>
        </p:txBody>
      </p:sp>
      <p:pic>
        <p:nvPicPr>
          <p:cNvPr id="10" name="Picture 2" descr="Take control of your Microsoft Teams environment part 5 | Teams.rocks">
            <a:extLst>
              <a:ext uri="{FF2B5EF4-FFF2-40B4-BE49-F238E27FC236}">
                <a16:creationId xmlns:a16="http://schemas.microsoft.com/office/drawing/2014/main" id="{54E8017C-B7F8-4BD7-8134-88F2A7E6B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368" y="5259802"/>
            <a:ext cx="620752" cy="62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lowchart: Magnetic Disk 10">
            <a:extLst>
              <a:ext uri="{FF2B5EF4-FFF2-40B4-BE49-F238E27FC236}">
                <a16:creationId xmlns:a16="http://schemas.microsoft.com/office/drawing/2014/main" id="{B8CC562F-36C6-451B-8383-5CE94E0F475A}"/>
              </a:ext>
            </a:extLst>
          </p:cNvPr>
          <p:cNvSpPr/>
          <p:nvPr/>
        </p:nvSpPr>
        <p:spPr>
          <a:xfrm>
            <a:off x="5409178" y="3307609"/>
            <a:ext cx="1011547" cy="783773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Dataverse for Teams</a:t>
            </a:r>
            <a:endParaRPr lang="en-FI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9040E6A-3E29-43DB-BBC0-AD84D4E296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491" y="5283427"/>
            <a:ext cx="573505" cy="5735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F9BCF7C-7B5C-4E74-8BC8-3EF0C479AF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4685" y="4916578"/>
            <a:ext cx="439214" cy="43921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8E41960-D130-4BFD-9AA0-C6E0C1B838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53312" y="4851885"/>
            <a:ext cx="439213" cy="439213"/>
          </a:xfrm>
          <a:prstGeom prst="rect">
            <a:avLst/>
          </a:prstGeom>
        </p:spPr>
      </p:pic>
      <p:sp>
        <p:nvSpPr>
          <p:cNvPr id="16" name="Arrow: Up-Down 15">
            <a:extLst>
              <a:ext uri="{FF2B5EF4-FFF2-40B4-BE49-F238E27FC236}">
                <a16:creationId xmlns:a16="http://schemas.microsoft.com/office/drawing/2014/main" id="{EBA0DA18-E7D7-4A34-8D91-BDCA55D5FF07}"/>
              </a:ext>
            </a:extLst>
          </p:cNvPr>
          <p:cNvSpPr/>
          <p:nvPr/>
        </p:nvSpPr>
        <p:spPr>
          <a:xfrm rot="16200000">
            <a:off x="4798718" y="5033751"/>
            <a:ext cx="229175" cy="1072854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57D45B3-E610-418A-B627-606F4702B07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59329" y="5768088"/>
            <a:ext cx="476914" cy="476914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2F4DCA4B-3AC4-4E2D-9D78-C9BA9F8109CF}"/>
              </a:ext>
            </a:extLst>
          </p:cNvPr>
          <p:cNvSpPr/>
          <p:nvPr/>
        </p:nvSpPr>
        <p:spPr>
          <a:xfrm rot="20339619">
            <a:off x="6558371" y="5176510"/>
            <a:ext cx="960234" cy="2291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068EB6C-5CF4-4E50-B1FD-5401AFD04BC8}"/>
              </a:ext>
            </a:extLst>
          </p:cNvPr>
          <p:cNvSpPr/>
          <p:nvPr/>
        </p:nvSpPr>
        <p:spPr>
          <a:xfrm rot="1096908">
            <a:off x="6572747" y="5745669"/>
            <a:ext cx="960234" cy="2291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271AC8-6968-4FAA-A504-D4E2AB27F2BB}"/>
              </a:ext>
            </a:extLst>
          </p:cNvPr>
          <p:cNvSpPr txBox="1"/>
          <p:nvPr/>
        </p:nvSpPr>
        <p:spPr>
          <a:xfrm>
            <a:off x="5230503" y="2263411"/>
            <a:ext cx="1677546" cy="842145"/>
          </a:xfrm>
          <a:prstGeom prst="rect">
            <a:avLst/>
          </a:prstGeom>
        </p:spPr>
        <p:txBody>
          <a:bodyPr vert="horz" wrap="square" lIns="36000" tIns="36000" rIns="36000" bIns="36000" rtlCol="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Approval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Approvals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Users/People</a:t>
            </a:r>
            <a:endParaRPr lang="en-FI" sz="1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1" name="Graphic 20" descr="Call center with solid fill">
            <a:extLst>
              <a:ext uri="{FF2B5EF4-FFF2-40B4-BE49-F238E27FC236}">
                <a16:creationId xmlns:a16="http://schemas.microsoft.com/office/drawing/2014/main" id="{392D1D7F-9780-4DAC-B1F3-28341F6BEFC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06550" y="5693063"/>
            <a:ext cx="626963" cy="626963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5059469-BF4C-493F-A7FF-9A4E1291804A}"/>
              </a:ext>
            </a:extLst>
          </p:cNvPr>
          <p:cNvSpPr/>
          <p:nvPr/>
        </p:nvSpPr>
        <p:spPr>
          <a:xfrm>
            <a:off x="7597083" y="4442519"/>
            <a:ext cx="2172559" cy="10130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 AD group membership</a:t>
            </a:r>
            <a:endParaRPr lang="en-FI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1CE977-1268-4263-BCA8-2DFAFE02A508}"/>
              </a:ext>
            </a:extLst>
          </p:cNvPr>
          <p:cNvSpPr/>
          <p:nvPr/>
        </p:nvSpPr>
        <p:spPr>
          <a:xfrm>
            <a:off x="7597083" y="5632206"/>
            <a:ext cx="2172559" cy="10130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Service desk ticket via email</a:t>
            </a:r>
            <a:endParaRPr lang="en-FI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4" name="Graphic 23" descr="Group of men with solid fill">
            <a:extLst>
              <a:ext uri="{FF2B5EF4-FFF2-40B4-BE49-F238E27FC236}">
                <a16:creationId xmlns:a16="http://schemas.microsoft.com/office/drawing/2014/main" id="{04E6A931-FE7C-4B61-BFEB-47EEC24FD08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855697" y="5149860"/>
            <a:ext cx="774676" cy="774676"/>
          </a:xfrm>
          <a:prstGeom prst="rect">
            <a:avLst/>
          </a:prstGeom>
        </p:spPr>
      </p:pic>
      <p:pic>
        <p:nvPicPr>
          <p:cNvPr id="25" name="Graphic 24" descr="User with solid fill">
            <a:extLst>
              <a:ext uri="{FF2B5EF4-FFF2-40B4-BE49-F238E27FC236}">
                <a16:creationId xmlns:a16="http://schemas.microsoft.com/office/drawing/2014/main" id="{1BD6ED17-5313-4D25-8ABC-2AD5BD0C5E8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37526" y="3273625"/>
            <a:ext cx="706016" cy="70601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6C6D1D1-88DD-48FB-BBCC-DAC5EEFC08DB}"/>
              </a:ext>
            </a:extLst>
          </p:cNvPr>
          <p:cNvSpPr txBox="1"/>
          <p:nvPr/>
        </p:nvSpPr>
        <p:spPr>
          <a:xfrm>
            <a:off x="237526" y="3903303"/>
            <a:ext cx="706016" cy="30777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</a:t>
            </a:r>
            <a:endParaRPr lang="en-FI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75A4C2-ED50-40A4-86DF-044E5629E850}"/>
              </a:ext>
            </a:extLst>
          </p:cNvPr>
          <p:cNvSpPr txBox="1"/>
          <p:nvPr/>
        </p:nvSpPr>
        <p:spPr>
          <a:xfrm>
            <a:off x="1757756" y="5924536"/>
            <a:ext cx="925008" cy="52322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Approval team</a:t>
            </a:r>
            <a:endParaRPr lang="en-FI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DC9C7E-205C-4A17-9055-65E7AB74DA65}"/>
              </a:ext>
            </a:extLst>
          </p:cNvPr>
          <p:cNvSpPr txBox="1"/>
          <p:nvPr/>
        </p:nvSpPr>
        <p:spPr>
          <a:xfrm>
            <a:off x="5475223" y="5894613"/>
            <a:ext cx="879458" cy="52322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flows</a:t>
            </a:r>
            <a:endParaRPr lang="en-FI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37D0B3-B505-42C6-A1C0-64D7F2853AAC}"/>
              </a:ext>
            </a:extLst>
          </p:cNvPr>
          <p:cNvSpPr txBox="1"/>
          <p:nvPr/>
        </p:nvSpPr>
        <p:spPr>
          <a:xfrm>
            <a:off x="3423239" y="5924536"/>
            <a:ext cx="1024069" cy="52322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Approvals app</a:t>
            </a:r>
            <a:endParaRPr lang="en-FI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0" name="Graphic 29" descr="User with solid fill">
            <a:extLst>
              <a:ext uri="{FF2B5EF4-FFF2-40B4-BE49-F238E27FC236}">
                <a16:creationId xmlns:a16="http://schemas.microsoft.com/office/drawing/2014/main" id="{103C1EDB-FC01-41EF-8735-503E3EB0FDF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000792" y="3197287"/>
            <a:ext cx="706016" cy="70601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A49DB77-435B-4E70-B318-2C47BF9E61CF}"/>
              </a:ext>
            </a:extLst>
          </p:cNvPr>
          <p:cNvSpPr txBox="1"/>
          <p:nvPr/>
        </p:nvSpPr>
        <p:spPr>
          <a:xfrm>
            <a:off x="10984177" y="3903303"/>
            <a:ext cx="706016" cy="30777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Admin</a:t>
            </a:r>
            <a:endParaRPr lang="en-FI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Arrow: Up-Down 31">
            <a:extLst>
              <a:ext uri="{FF2B5EF4-FFF2-40B4-BE49-F238E27FC236}">
                <a16:creationId xmlns:a16="http://schemas.microsoft.com/office/drawing/2014/main" id="{9D193278-225A-4883-A903-A0B660ED05F5}"/>
              </a:ext>
            </a:extLst>
          </p:cNvPr>
          <p:cNvSpPr/>
          <p:nvPr/>
        </p:nvSpPr>
        <p:spPr>
          <a:xfrm rot="16200000">
            <a:off x="2989417" y="5182839"/>
            <a:ext cx="229175" cy="77467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87BD9B-8FEE-42F0-A6A3-E98C9E50FE1E}"/>
              </a:ext>
            </a:extLst>
          </p:cNvPr>
          <p:cNvSpPr/>
          <p:nvPr/>
        </p:nvSpPr>
        <p:spPr>
          <a:xfrm>
            <a:off x="185630" y="1574802"/>
            <a:ext cx="4876573" cy="2798966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41E86B-5921-4E04-9208-52D7DACE2D8D}"/>
              </a:ext>
            </a:extLst>
          </p:cNvPr>
          <p:cNvSpPr/>
          <p:nvPr/>
        </p:nvSpPr>
        <p:spPr>
          <a:xfrm>
            <a:off x="5135720" y="1571339"/>
            <a:ext cx="6605609" cy="2798966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AE2E6C8C-67C4-4E6E-A9B1-82E25CD542D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021491" y="3537694"/>
            <a:ext cx="484074" cy="484074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6C7C9419-5696-4CF1-8FDC-4D79B44FD27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308250" y="3537694"/>
            <a:ext cx="484074" cy="484074"/>
          </a:xfrm>
          <a:prstGeom prst="rect">
            <a:avLst/>
          </a:prstGeom>
        </p:spPr>
      </p:pic>
      <p:sp>
        <p:nvSpPr>
          <p:cNvPr id="37" name="Arrow: Up-Down 36">
            <a:extLst>
              <a:ext uri="{FF2B5EF4-FFF2-40B4-BE49-F238E27FC236}">
                <a16:creationId xmlns:a16="http://schemas.microsoft.com/office/drawing/2014/main" id="{5A0380FA-F5A3-4A8A-98AB-20FB7FAFAEA8}"/>
              </a:ext>
            </a:extLst>
          </p:cNvPr>
          <p:cNvSpPr/>
          <p:nvPr/>
        </p:nvSpPr>
        <p:spPr>
          <a:xfrm rot="16200000">
            <a:off x="4854669" y="3401377"/>
            <a:ext cx="229175" cy="77467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Arrow: Up-Down 37">
            <a:extLst>
              <a:ext uri="{FF2B5EF4-FFF2-40B4-BE49-F238E27FC236}">
                <a16:creationId xmlns:a16="http://schemas.microsoft.com/office/drawing/2014/main" id="{E6B68B21-2BB5-4E72-9573-2A45347B1374}"/>
              </a:ext>
            </a:extLst>
          </p:cNvPr>
          <p:cNvSpPr/>
          <p:nvPr/>
        </p:nvSpPr>
        <p:spPr>
          <a:xfrm rot="16200000">
            <a:off x="6732807" y="3392366"/>
            <a:ext cx="229175" cy="77467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321B16-74AE-4D7F-981A-00EC5858480F}"/>
              </a:ext>
            </a:extLst>
          </p:cNvPr>
          <p:cNvSpPr txBox="1"/>
          <p:nvPr/>
        </p:nvSpPr>
        <p:spPr>
          <a:xfrm>
            <a:off x="185630" y="1616657"/>
            <a:ext cx="4876572" cy="30777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Access: shared to whole organization, available in any team</a:t>
            </a:r>
            <a:endParaRPr lang="en-FI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2AC89B-FC63-45F8-B7ED-3659A05C1DEF}"/>
              </a:ext>
            </a:extLst>
          </p:cNvPr>
          <p:cNvSpPr txBox="1"/>
          <p:nvPr/>
        </p:nvSpPr>
        <p:spPr>
          <a:xfrm>
            <a:off x="5167850" y="1624838"/>
            <a:ext cx="4024641" cy="307777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Access: only members of the app’s hosting team </a:t>
            </a:r>
            <a:endParaRPr lang="en-FI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C3357EC-4AAF-4C9A-BDB0-29F2C27BAEF4}"/>
              </a:ext>
            </a:extLst>
          </p:cNvPr>
          <p:cNvSpPr/>
          <p:nvPr/>
        </p:nvSpPr>
        <p:spPr>
          <a:xfrm>
            <a:off x="1038267" y="3784898"/>
            <a:ext cx="1659467" cy="362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Requests app</a:t>
            </a:r>
            <a:endParaRPr lang="en-FI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7ECC6B1-556A-40BF-B35D-84EFBF914EB6}"/>
              </a:ext>
            </a:extLst>
          </p:cNvPr>
          <p:cNvSpPr/>
          <p:nvPr/>
        </p:nvSpPr>
        <p:spPr>
          <a:xfrm>
            <a:off x="9100642" y="3788715"/>
            <a:ext cx="1659467" cy="3629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Admin app</a:t>
            </a:r>
            <a:endParaRPr lang="en-FI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7BE9568A-A995-4CE9-B005-C924A436B2EF}"/>
              </a:ext>
            </a:extLst>
          </p:cNvPr>
          <p:cNvSpPr/>
          <p:nvPr/>
        </p:nvSpPr>
        <p:spPr>
          <a:xfrm>
            <a:off x="5800365" y="4153437"/>
            <a:ext cx="229175" cy="1072854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B9DE15FF-26EE-4767-A862-FE186F9117A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43476" y="2983944"/>
            <a:ext cx="523220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641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60104">
        <p:fade/>
      </p:transition>
    </mc:Choice>
    <mc:Fallback>
      <p:transition spd="med" advTm="60104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9D881-9770-4E19-AEC8-F3E1391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/ not to use Dataverse for Teams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09815-C221-427F-B958-14679BD3DB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4B5B5A1-0C6A-4444-AF9D-7CC7F4621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2280" y="293393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09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21"/>
    </mc:Choice>
    <mc:Fallback xmlns="">
      <p:transition spd="slow" advTm="1052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DEE49-B89A-4195-8F76-061BBCB6D2A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Building apps for your team to replace Excels or MS Lists used in an encapsulated, independent process is a great fit for Dataverse for Teams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Trying to develop an organization wide app or manage a critical business process with DV4T requires detailed understanding of what the technical limitations 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These limitations are intentional – we aren’t likely to see Microsoft significantly enhance the DV4T feature set in the near future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While you can always upgrade the environment from Teams to full Dataverse later, you should analyze the requirements upfront to avoid nasty surprises</a:t>
            </a:r>
            <a:endParaRPr lang="en-FI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73C05-FF0B-45FE-8A39-A6F5C32CC9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FAFC13-9740-49BE-B3BA-09F48ACF1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“free” version can’t do everything</a:t>
            </a:r>
            <a:endParaRPr lang="en-FI" dirty="0"/>
          </a:p>
        </p:txBody>
      </p:sp>
      <p:pic>
        <p:nvPicPr>
          <p:cNvPr id="6" name="Graphic 5" descr="Stop with solid fill">
            <a:extLst>
              <a:ext uri="{FF2B5EF4-FFF2-40B4-BE49-F238E27FC236}">
                <a16:creationId xmlns:a16="http://schemas.microsoft.com/office/drawing/2014/main" id="{2DDB6353-15B9-4AC9-9917-26ECE5654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21291" y="223058"/>
            <a:ext cx="914400" cy="914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52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3926"/>
    </mc:Choice>
    <mc:Fallback xmlns="">
      <p:transition spd="slow" advTm="939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51C4-B166-4E62-B6AD-B17F51D07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Dataverse for Teams features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377236-82CA-4E65-BD25-C4ACEB25F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21921" y="1906464"/>
            <a:ext cx="11392631" cy="4621336"/>
            <a:chOff x="552844" y="1900340"/>
            <a:chExt cx="11117247" cy="47201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BD71FA7-B864-40F6-B9AB-6BF1890B4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470" y="4356074"/>
              <a:ext cx="2599621" cy="2264446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Reporting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Data visualization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Power BI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4F31759-EE17-47BC-BDD2-B52FF76F8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844" y="1900340"/>
              <a:ext cx="2599621" cy="2264446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Clients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Microsoft Teams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E6CC0F2-9A24-4D9C-8D52-26446E85F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3737" y="1900340"/>
              <a:ext cx="2599621" cy="2264446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Data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Relational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Basic data types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Common data modeling </a:t>
              </a:r>
              <a:b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(coming soon)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Custom tables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File + Image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Find, filter, sort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9B9997-DBFD-456E-BED0-A547FFEA3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2104" y="1900340"/>
              <a:ext cx="2599621" cy="2264446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Integration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Power automate</a:t>
              </a:r>
            </a:p>
            <a:p>
              <a:pPr lvl="0"/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O356 and Microsoft Dataverse for Teams included, premium with license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Data flows (import only)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3BDDAD-1162-4166-96A2-24C4394D9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470" y="1900340"/>
              <a:ext cx="2599621" cy="2264446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Security + compliance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Encryption at rest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Encryption in transit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Business unit (1 per team)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Admin roles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User roles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C9B3E85-9878-4FA1-9A04-927E27F85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844" y="4356074"/>
              <a:ext cx="2599621" cy="2264446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Environment lifecycle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One environment per team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Promote to common data service/D365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Backup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Pont-in-time restore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Disaster recovery</a:t>
              </a:r>
            </a:p>
            <a:p>
              <a:pPr lvl="0">
                <a:spcBef>
                  <a:spcPts val="600"/>
                </a:spcBef>
              </a:pPr>
              <a:endParaRPr lang="en-US" sz="1200" dirty="0">
                <a:solidFill>
                  <a:srgbClr val="00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5A4ACC-4F9F-4B77-A0C3-86B874424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3736" y="4356074"/>
              <a:ext cx="2599621" cy="2264446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App lifecycle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Unmanaged solution (1 per team)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Managed solution (gallery)</a:t>
              </a:r>
            </a:p>
            <a:p>
              <a:pPr lvl="0"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Managed solution (classic import/export)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615B296-1759-48C4-BDB0-EEF66B57F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2104" y="4356074"/>
              <a:ext cx="2599621" cy="2264446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Business rules and workflows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Power automate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N/A</a:t>
              </a:r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00AF1D18-D4AB-4AD5-9D63-3CADD34D1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65309" y="281073"/>
            <a:ext cx="749243" cy="74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378"/>
    </mc:Choice>
    <mc:Fallback xmlns="">
      <p:transition spd="slow" advTm="48378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A917D-BA9E-4072-B3AA-73E71933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Dataverse full feature set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20F4B8-2987-4612-B923-76CAC2F69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21921" y="1906464"/>
            <a:ext cx="11392631" cy="4621335"/>
            <a:chOff x="552844" y="1900340"/>
            <a:chExt cx="11117247" cy="47201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17504CE-67DF-439B-B3BD-A45FEFA67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470" y="4754600"/>
              <a:ext cx="2599621" cy="1865920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Reporting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Paginated reports (SSRS)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Data Visualization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Power BI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EFBD6F-9B30-4553-9B67-5A5DF8FDA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844" y="1900340"/>
              <a:ext cx="2599621" cy="2722548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Clients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Web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Mobile (power Apps/D365 Player)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Desktop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Microsoft Outlook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Microsoft Excel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Microsoft Teams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A65E23A-B95B-40FB-891D-683259D07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3737" y="1900340"/>
              <a:ext cx="2599621" cy="2722548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Data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Advanced Data Types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Activities/Activity Feeds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Common Data Model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Managed Lake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Mobile Offline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Non-Relational Log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Relevance Search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Virtual Entities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Relational 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Basic Datatypes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Common Data Model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Custom Tables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File + Image, Find, Filter, Sort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B1A95AB-05BA-4448-A5A2-C2A640872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2104" y="1900340"/>
              <a:ext cx="2599621" cy="2722548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Integration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API Access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Event to Event Hub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Events to Service Bus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Export to Lake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Plugins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Server-Side Sync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Web Hooks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Power Automate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O365 and Microsoft Dataverse for Teams included, Premium with license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Data Flows (Import only)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762C2D-72B3-4857-A50D-D3FB59037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470" y="1900340"/>
              <a:ext cx="2599621" cy="2722548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Security + compliance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Admin Roles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User Roles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Business unites (multiple)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Customer Managed Keys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Hierarchical Security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Field Level Security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Sharing WS Trust/Legacy AuthN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Activity Logging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Auditing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Encryption at Rest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Encryption in Transit</a:t>
              </a:r>
            </a:p>
            <a:p>
              <a:pPr lvl="0"/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Business units</a:t>
              </a:r>
            </a:p>
            <a:p>
              <a:pPr lvl="0"/>
              <a:endParaRPr lang="en-US" sz="1100" dirty="0">
                <a:solidFill>
                  <a:srgbClr val="00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E721132-34A1-46D3-9A1D-DD7AF4C44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844" y="4754600"/>
              <a:ext cx="2599621" cy="1865920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Environment lifecycle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Unlimited environments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Reset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Copy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Promote to Dataverse/D365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Backup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Point-in-time Restore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Disaster Recovery</a:t>
              </a:r>
            </a:p>
            <a:p>
              <a:pPr lvl="0">
                <a:spcBef>
                  <a:spcPts val="600"/>
                </a:spcBef>
              </a:pPr>
              <a:endParaRPr lang="en-US" sz="1200" dirty="0">
                <a:solidFill>
                  <a:srgbClr val="00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A240DD-2094-4DF9-B7F9-A38FB5FA2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3736" y="4754600"/>
              <a:ext cx="2599621" cy="1865920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App lifecycle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Unmanaged solutions (unlimited)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Managed solutions (unlimited)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977332-7210-4D1C-BDFF-A1A3040DA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2104" y="4754600"/>
              <a:ext cx="2599621" cy="1865920"/>
            </a:xfrm>
            <a:prstGeom prst="rect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-US" sz="1600" dirty="0">
                  <a:solidFill>
                    <a:srgbClr val="742774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Business rules and workflows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Business Rules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Business Process Flows</a:t>
              </a:r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E46D2818-F71D-4D87-97AA-745A48D89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7837" y="281073"/>
            <a:ext cx="1516716" cy="151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56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152"/>
    </mc:Choice>
    <mc:Fallback xmlns="">
      <p:transition spd="slow" advTm="59152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238EAE-150B-4122-9A2D-1C40D409957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For processes that are already discussed and manually managed within Teams, having your apps there makes perfect sense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However, if you need to provide access to users who perform a bulk of their tasks elsewhere, this may become a real barrier for adoption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Mobile use cases are especially cumbersome, since users can’t pin their Power Apps onto phone start screens the way full Dataverse apps would be supported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Opening a DV4T app in a browser tab is supported – but only if you have a premium Power Apps license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C12C5-2CB0-4BC4-A5CB-EE73175EA1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D7BA3E-53AF-4853-8FA6-A88C68B75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your app live </a:t>
            </a:r>
            <a:r>
              <a:rPr lang="en-US" u="sng" dirty="0"/>
              <a:t>only</a:t>
            </a:r>
            <a:r>
              <a:rPr lang="en-US" dirty="0"/>
              <a:t> within Teams?</a:t>
            </a:r>
          </a:p>
        </p:txBody>
      </p:sp>
      <p:pic>
        <p:nvPicPr>
          <p:cNvPr id="6" name="Graphic 5" descr="Badge Question Mark with solid fill">
            <a:extLst>
              <a:ext uri="{FF2B5EF4-FFF2-40B4-BE49-F238E27FC236}">
                <a16:creationId xmlns:a16="http://schemas.microsoft.com/office/drawing/2014/main" id="{5E40261D-24E5-4B9C-9F1F-F924DD30F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2073" y="223058"/>
            <a:ext cx="914400" cy="914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56265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498"/>
    </mc:Choice>
    <mc:Fallback xmlns="">
      <p:transition spd="slow" advTm="914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5B601D-F1DB-442A-9B4A-37D69C99A7E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Sometimes you need a way to have real users interact with your app “in preview”, before committing to developing the final production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Dataverse for Teams is a great option for this, with no extra license purchases required beyond Microsoft 365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If you know you’ll eventually need more than DV4T can support, though, consider an alternative to use full Dataverse right from the start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Pay-as-you-go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licensing model for Power Apps could be a solution</a:t>
            </a:r>
          </a:p>
          <a:p>
            <a:pPr marL="701675" lvl="1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No upfront commitment on number of licensed users, pay only for users who’ve launched the app during the month</a:t>
            </a:r>
          </a:p>
          <a:p>
            <a:pPr marL="701675" lvl="1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Create dev/test/prod environments on-demand, pay for the storage capacity consumed</a:t>
            </a:r>
          </a:p>
          <a:p>
            <a:pPr marL="701675" lvl="1"/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Billed via Azure subscriptions, consumption can be monitored via Azure Cost Management</a:t>
            </a:r>
            <a:endParaRPr lang="en-FI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65CEA-B072-4EDA-936B-22B94E79B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234F30-399F-42B3-ABBC-03ABBCEE6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right platform for experimentation</a:t>
            </a:r>
            <a:endParaRPr lang="en-FI" dirty="0"/>
          </a:p>
        </p:txBody>
      </p:sp>
      <p:pic>
        <p:nvPicPr>
          <p:cNvPr id="6" name="Graphic 5" descr="Lights On with solid fill">
            <a:extLst>
              <a:ext uri="{FF2B5EF4-FFF2-40B4-BE49-F238E27FC236}">
                <a16:creationId xmlns:a16="http://schemas.microsoft.com/office/drawing/2014/main" id="{F15BEAA6-2DE9-4BBC-BE7D-A55B0C068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8272" y="223058"/>
            <a:ext cx="914400" cy="914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32608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227"/>
    </mc:Choice>
    <mc:Fallback xmlns="">
      <p:transition spd="slow" advTm="1012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489DEA-EA18-4333-9026-521C0268CF5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13457" y="1783669"/>
            <a:ext cx="7054144" cy="454498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Anyone can create a Dataverse for Teams environment if they are a team member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Environments will get created accidentally, or intentionally without full understanding of the implications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Establish a governance policy early on to determine the allowed usage and ownership concept for environments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Leverage the templates available in Power Platform Center of Excellence (CoE) Starter Kit for managing Dataverse for Teams environments: [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link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]</a:t>
            </a:r>
            <a:endParaRPr lang="en-FI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59D87-4B06-4A5C-9FE9-5C9FB80586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76621C-9C09-40CA-834E-A8F08657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sprawl is very real</a:t>
            </a:r>
            <a:endParaRPr lang="en-FI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E5C5BB-5AF7-4CF7-8AE9-FB392AB07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444" y="276113"/>
            <a:ext cx="3915874" cy="42749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A7F6C1-6F9B-4879-BBB2-C4F2237C5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443" y="4551022"/>
            <a:ext cx="3915875" cy="16872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2135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574"/>
    </mc:Choice>
    <mc:Fallback>
      <p:transition spd="slow" advTm="565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FAEE8-11F3-47D8-A29A-704F60F33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E4856-B88A-4C66-B9F4-1B89052764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9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88"/>
    </mc:Choice>
    <mc:Fallback xmlns="">
      <p:transition spd="slow" advTm="7588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82A50B-BBAA-4F11-B691-896E934DC85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Dataverse for Teams plays a critical role in the “Teams OS” story, while full Dataverse puts the “platform” in Power Platform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Expect to find some quirks in the DV4T app maker experience, especially if you come from the full Dataverse / Dynamics 365 side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Despite of the intentional limitations in Dataverse for Teams, there are plenty of scenarios where the licensing model strongly favors designing your app within these boundaries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Don’t bet your low-code strategy only on the Microsoft 365 feature set –  prepare to also consume premium Power Apps/Automate licenses where it makes sense </a:t>
            </a:r>
          </a:p>
          <a:p>
            <a:pPr marL="701675"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Admin/governance capabilities, more complex apps, connecting to external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67D0E-ACE4-4E1F-971E-49181FADFE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52ED77-437C-4848-B18F-A4C017F69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Embrace DV4T with these things in mind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487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411"/>
    </mc:Choice>
    <mc:Fallback xmlns="">
      <p:transition spd="slow" advTm="1174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7D34C045-D74E-4F08-B165-24A19D05B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1865" y="1639461"/>
            <a:ext cx="2289985" cy="2289985"/>
          </a:xfrm>
          <a:prstGeom prst="flowChartConnector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163F7F-F4D9-4237-A601-F66EF640A475}"/>
              </a:ext>
            </a:extLst>
          </p:cNvPr>
          <p:cNvSpPr txBox="1"/>
          <p:nvPr/>
        </p:nvSpPr>
        <p:spPr>
          <a:xfrm>
            <a:off x="9043491" y="4212858"/>
            <a:ext cx="2907792" cy="142000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jukkaniiranen.com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@jukkan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/in/jukkaniiranen/</a:t>
            </a:r>
            <a:endParaRPr lang="en-FI" sz="2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8BF52AE-3F77-4CA0-A917-BF0B9D1CF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1865" y="4803892"/>
            <a:ext cx="353290" cy="35329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3C51742-6172-4E70-AE21-3D53E147F8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00046" y="5277753"/>
            <a:ext cx="355109" cy="35510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9319D76-DEF8-4217-87EB-92556761EF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69539" y="4267200"/>
            <a:ext cx="416121" cy="41612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597D6F9-11DD-4F1F-9C62-AC1D8ED992C3}"/>
              </a:ext>
            </a:extLst>
          </p:cNvPr>
          <p:cNvSpPr/>
          <p:nvPr/>
        </p:nvSpPr>
        <p:spPr>
          <a:xfrm>
            <a:off x="1057275" y="1365133"/>
            <a:ext cx="6777471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THANK YOU, </a:t>
            </a:r>
          </a:p>
          <a:p>
            <a:pPr algn="ctr"/>
            <a:r>
              <a:rPr lang="en-US" sz="66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TEAMS NATION</a:t>
            </a:r>
            <a:r>
              <a:rPr lang="en-US" sz="66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D327CE-B2F7-45FA-8FD9-61DA2421761B}"/>
              </a:ext>
            </a:extLst>
          </p:cNvPr>
          <p:cNvSpPr txBox="1"/>
          <p:nvPr/>
        </p:nvSpPr>
        <p:spPr>
          <a:xfrm>
            <a:off x="2472817" y="3751193"/>
            <a:ext cx="3523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Any questions in mind?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3733BE8-B097-419E-B179-5CCA03058D9F}"/>
              </a:ext>
            </a:extLst>
          </p:cNvPr>
          <p:cNvSpPr/>
          <p:nvPr/>
        </p:nvSpPr>
        <p:spPr>
          <a:xfrm rot="20721467">
            <a:off x="5743278" y="4753224"/>
            <a:ext cx="2366537" cy="1302203"/>
          </a:xfrm>
          <a:prstGeom prst="rightArrow">
            <a:avLst>
              <a:gd name="adj1" fmla="val 56176"/>
              <a:gd name="adj2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Slides will be here (shortly…)</a:t>
            </a:r>
          </a:p>
        </p:txBody>
      </p:sp>
    </p:spTree>
    <p:extLst>
      <p:ext uri="{BB962C8B-B14F-4D97-AF65-F5344CB8AC3E}">
        <p14:creationId xmlns:p14="http://schemas.microsoft.com/office/powerpoint/2010/main" val="2331992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48588">
        <p:fade/>
      </p:transition>
    </mc:Choice>
    <mc:Fallback>
      <p:transition spd="med" advTm="4858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6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19FEA0-9A15-4551-89D3-2F4613199A7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noProof="0" dirty="0"/>
              <a:t>Rate my session &amp; Calls to Action</a:t>
            </a:r>
          </a:p>
        </p:txBody>
      </p:sp>
      <p:pic>
        <p:nvPicPr>
          <p:cNvPr id="33" name="Picture 4">
            <a:extLst>
              <a:ext uri="{FF2B5EF4-FFF2-40B4-BE49-F238E27FC236}">
                <a16:creationId xmlns:a16="http://schemas.microsoft.com/office/drawing/2014/main" id="{08616804-7D4A-4138-B6E4-106AAD59E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-2"/>
          <a:stretch/>
        </p:blipFill>
        <p:spPr bwMode="auto">
          <a:xfrm>
            <a:off x="11622410" y="6328652"/>
            <a:ext cx="380121" cy="380121"/>
          </a:xfrm>
          <a:custGeom>
            <a:avLst/>
            <a:gdLst>
              <a:gd name="connsiteX0" fmla="*/ 2313823 w 4627646"/>
              <a:gd name="connsiteY0" fmla="*/ 0 h 4627648"/>
              <a:gd name="connsiteX1" fmla="*/ 4627646 w 4627646"/>
              <a:gd name="connsiteY1" fmla="*/ 2313824 h 4627648"/>
              <a:gd name="connsiteX2" fmla="*/ 2313823 w 4627646"/>
              <a:gd name="connsiteY2" fmla="*/ 4627648 h 4627648"/>
              <a:gd name="connsiteX3" fmla="*/ 0 w 4627646"/>
              <a:gd name="connsiteY3" fmla="*/ 2313824 h 4627648"/>
              <a:gd name="connsiteX4" fmla="*/ 2313823 w 4627646"/>
              <a:gd name="connsiteY4" fmla="*/ 0 h 4627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7A6F5AE9-1BBF-4A13-8529-F199A7EF1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3795" y="6328652"/>
            <a:ext cx="380121" cy="38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0F012A5-2FE8-48DA-823F-E6AF4541F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263" y="1497889"/>
            <a:ext cx="3182680" cy="310345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black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9DB0EE-F1DE-4445-BA2A-0E0B03137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9072" y="1497889"/>
            <a:ext cx="2063935" cy="31034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black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BFA7BB-B855-4599-AABC-6AFE1DEA4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6968" y="1495692"/>
            <a:ext cx="2136571" cy="3103452"/>
          </a:xfrm>
          <a:prstGeom prst="rect">
            <a:avLst/>
          </a:prstGeom>
          <a:solidFill>
            <a:srgbClr val="7C84E8"/>
          </a:solidFill>
          <a:ln>
            <a:solidFill>
              <a:srgbClr val="7C84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black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0EF124-6C41-4803-8E3C-6213AF471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137" y="1495692"/>
            <a:ext cx="2164427" cy="310345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black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C5A1FA4-103C-4CA8-BCE2-A99C0C1EE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3033" y="1573919"/>
            <a:ext cx="667275" cy="6672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2E6D7A3-11DE-44EC-AADE-9BD2B6F8A83F}"/>
              </a:ext>
            </a:extLst>
          </p:cNvPr>
          <p:cNvSpPr/>
          <p:nvPr/>
        </p:nvSpPr>
        <p:spPr>
          <a:xfrm>
            <a:off x="3879072" y="2344020"/>
            <a:ext cx="1132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Rate this session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AF7DD0-1FE6-4E76-91FC-5376F099DA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88263" y="4711929"/>
            <a:ext cx="3182680" cy="7373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https://teamsnation.rocks/</a:t>
            </a:r>
            <a:br>
              <a:rPr lang="en-GB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GB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feedback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A002E2-2488-4A64-9D93-6C6A9E5134CF}"/>
              </a:ext>
            </a:extLst>
          </p:cNvPr>
          <p:cNvSpPr/>
          <p:nvPr/>
        </p:nvSpPr>
        <p:spPr>
          <a:xfrm>
            <a:off x="6145097" y="2319093"/>
            <a:ext cx="160787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Attend more sessions and join our keynotes at 19.00 CET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051BB6-CD41-42FE-AD45-EA9E880E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4501" y="1450193"/>
            <a:ext cx="914400" cy="914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4FA10AF-10D3-4104-B853-CCFEB0DE2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16227" y="1525768"/>
            <a:ext cx="746561" cy="74656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07CA3F7-D001-4238-9619-79522C71A1B5}"/>
              </a:ext>
            </a:extLst>
          </p:cNvPr>
          <p:cNvSpPr/>
          <p:nvPr/>
        </p:nvSpPr>
        <p:spPr>
          <a:xfrm>
            <a:off x="8416226" y="2290192"/>
            <a:ext cx="189027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Show your love on social using #TeamsNation and @TeamsNation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F0B381-B06C-4B8F-B3E8-3CD5FC861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973033" y="3603933"/>
            <a:ext cx="457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2B50B6-4478-4C74-987E-DC3A4AD5B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51710" y="3566840"/>
            <a:ext cx="457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2FE3B4-E253-4C3C-9E19-5676EB616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462169" y="3552390"/>
            <a:ext cx="457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53170D7-50D1-4285-803A-4B5651F41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89" y="1618668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6267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|41.6|35.4|34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13.7|23.1|41.6|27.5|17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33.9|20.2|30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35.3|24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50|4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25.3|29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7|18.7|24.8|18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|18.9|12.9|2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6|16.3|9.9|14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5|4.3|12|1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23.8|20.5|28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P session - Teams Nation 2022" id="{3767753A-1E4A-4377-A7A8-2C28C3A4E555}" vid="{B855719E-689C-453F-B336-BBB1329AA8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406D2A881B1BEE479FC34D32AFB40234" ma:contentTypeVersion="19" ma:contentTypeDescription="Luo uusi asiakirja." ma:contentTypeScope="" ma:versionID="6cbaa62b3ce14266053984b4069099e2">
  <xsd:schema xmlns:xsd="http://www.w3.org/2001/XMLSchema" xmlns:xs="http://www.w3.org/2001/XMLSchema" xmlns:p="http://schemas.microsoft.com/office/2006/metadata/properties" xmlns:ns2="52ed2a1d-ed41-418d-ba1e-bb6d09c79010" xmlns:ns3="030cedd8-b741-416c-801b-746759f34aee" targetNamespace="http://schemas.microsoft.com/office/2006/metadata/properties" ma:root="true" ma:fieldsID="8c69bddcb57a8eceb908043bf75020d9" ns2:_="" ns3:_="">
    <xsd:import namespace="52ed2a1d-ed41-418d-ba1e-bb6d09c79010"/>
    <xsd:import namespace="030cedd8-b741-416c-801b-746759f34a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d2a1d-ed41-418d-ba1e-bb6d09c790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Kuvien tunnisteet" ma:readOnly="false" ma:fieldId="{5cf76f15-5ced-4ddc-b409-7134ff3c332f}" ma:taxonomyMulti="true" ma:sspId="feb03213-439c-4fd2-9bbf-c98a2438b7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0cedd8-b741-416c-801b-746759f34ae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d1fd6a7-ee2d-4b10-ac95-7dc78119b34d}" ma:internalName="TaxCatchAll" ma:showField="CatchAllData" ma:web="030cedd8-b741-416c-801b-746759f34a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30cedd8-b741-416c-801b-746759f34aee" xsi:nil="true"/>
    <lcf76f155ced4ddcb4097134ff3c332f xmlns="52ed2a1d-ed41-418d-ba1e-bb6d09c79010">
      <Terms xmlns="http://schemas.microsoft.com/office/infopath/2007/PartnerControls"/>
    </lcf76f155ced4ddcb4097134ff3c332f>
    <SharedWithUsers xmlns="030cedd8-b741-416c-801b-746759f34aee">
      <UserInfo>
        <DisplayName>Community - Jäsenet</DisplayName>
        <AccountId>167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F9F850B-C67D-4307-B7F8-27B0A57883C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42A4C9-01CF-4E30-A721-4143AB5AFB7E}"/>
</file>

<file path=customXml/itemProps3.xml><?xml version="1.0" encoding="utf-8"?>
<ds:datastoreItem xmlns:ds="http://schemas.openxmlformats.org/officeDocument/2006/customXml" ds:itemID="{F06C96B7-39A1-44C3-84CE-9EE3F4F955CE}">
  <ds:schemaRefs>
    <ds:schemaRef ds:uri="6aa42091-3104-4e84-9d99-363bedc0ba40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b3bc6dea-b6fa-4917-b1db-f03a88e42549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Teams Nation deck template - POTX version by Bram De Jager</Template>
  <TotalTime>0</TotalTime>
  <Words>2183</Words>
  <Application>Microsoft Office PowerPoint</Application>
  <PresentationFormat>Widescreen</PresentationFormat>
  <Paragraphs>289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Segoe UI</vt:lpstr>
      <vt:lpstr>Segoe UI Semibold</vt:lpstr>
      <vt:lpstr>Wingdings</vt:lpstr>
      <vt:lpstr>1_Office Theme</vt:lpstr>
      <vt:lpstr>Dataverse meets Teams: Low-code app opportunities for everyone</vt:lpstr>
      <vt:lpstr>Session objectives</vt:lpstr>
      <vt:lpstr>A quick introduction</vt:lpstr>
      <vt:lpstr>Agenda</vt:lpstr>
      <vt:lpstr>Dataverse: the big picture</vt:lpstr>
      <vt:lpstr>Dataverse: what is it &amp; why should I care?</vt:lpstr>
      <vt:lpstr>Types of business apps built on Dataverse</vt:lpstr>
      <vt:lpstr>Key benefits of Dataverse for Teams</vt:lpstr>
      <vt:lpstr>The quickest way to try Dataverse</vt:lpstr>
      <vt:lpstr>Everyone can be an app maker in Teams</vt:lpstr>
      <vt:lpstr>Dataverse for Teams in practice</vt:lpstr>
      <vt:lpstr>Example scenarios</vt:lpstr>
      <vt:lpstr>Onboarding app</vt:lpstr>
      <vt:lpstr>Creating the tables</vt:lpstr>
      <vt:lpstr>Default UI generated for updating template tasks</vt:lpstr>
      <vt:lpstr>Custom card UI for the employee list</vt:lpstr>
      <vt:lpstr>Final app published to a team’s channel</vt:lpstr>
      <vt:lpstr>Hospital capacity planning &amp; tracking app</vt:lpstr>
      <vt:lpstr>Hospital capacity planning &amp; tracking app</vt:lpstr>
      <vt:lpstr>Hospital capacity planning &amp; tracking app</vt:lpstr>
      <vt:lpstr>Hospital capacity planning &amp; tracking app</vt:lpstr>
      <vt:lpstr>IT Self-service app</vt:lpstr>
      <vt:lpstr>IT Self-service app: employee</vt:lpstr>
      <vt:lpstr>IT Self-service app: employee</vt:lpstr>
      <vt:lpstr>IT Self-service app: approval team member</vt:lpstr>
      <vt:lpstr>IT Self-service app: service delivery</vt:lpstr>
      <vt:lpstr>IT Self-service app: IT admin</vt:lpstr>
      <vt:lpstr>IT Self-service app: team architecture</vt:lpstr>
      <vt:lpstr>When to use / not to use Dataverse for Teams</vt:lpstr>
      <vt:lpstr>The “free” version can’t do everything</vt:lpstr>
      <vt:lpstr>Dataverse for Teams features</vt:lpstr>
      <vt:lpstr>Dataverse full feature set</vt:lpstr>
      <vt:lpstr>Can your app live only within Teams?</vt:lpstr>
      <vt:lpstr>Find the right platform for experimentation</vt:lpstr>
      <vt:lpstr>Environment sprawl is very real</vt:lpstr>
      <vt:lpstr>Closing thoughts</vt:lpstr>
      <vt:lpstr>Embrace DV4T with these things in mind</vt:lpstr>
      <vt:lpstr>PowerPoint Presentation</vt:lpstr>
      <vt:lpstr>Rate my session &amp; Calls to Action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Dataverse meets Teams: Low-code app opportunities for everyone</dc:title>
  <dc:creator>Jukka Niiranen</dc:creator>
  <cp:lastModifiedBy>Jukka Niiranen</cp:lastModifiedBy>
  <cp:revision>2</cp:revision>
  <dcterms:created xsi:type="dcterms:W3CDTF">2022-03-03T07:57:24Z</dcterms:created>
  <dcterms:modified xsi:type="dcterms:W3CDTF">2022-03-23T11:56:24Z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0x010100406D2A881B1BEE479FC34D32AFB40234</vt:lpwstr>
  </property>
  <property fmtid="{D5CDD505-2E9C-101B-9397-08002B2CF9AE}" pid="3" name="MSIP_Label_fbacb105-1333-4229-a8c5-dfa49d61f3a5_Enabled">
    <vt:lpwstr>true</vt:lpwstr>
  </property>
  <property fmtid="{D5CDD505-2E9C-101B-9397-08002B2CF9AE}" pid="4" name="MSIP_Label_fbacb105-1333-4229-a8c5-dfa49d61f3a5_SetDate">
    <vt:lpwstr>2021-04-28T13:14:37Z</vt:lpwstr>
  </property>
  <property fmtid="{D5CDD505-2E9C-101B-9397-08002B2CF9AE}" pid="5" name="MSIP_Label_fbacb105-1333-4229-a8c5-dfa49d61f3a5_Method">
    <vt:lpwstr>Privileged</vt:lpwstr>
  </property>
  <property fmtid="{D5CDD505-2E9C-101B-9397-08002B2CF9AE}" pid="6" name="MSIP_Label_fbacb105-1333-4229-a8c5-dfa49d61f3a5_Name">
    <vt:lpwstr>Public</vt:lpwstr>
  </property>
  <property fmtid="{D5CDD505-2E9C-101B-9397-08002B2CF9AE}" pid="7" name="MSIP_Label_fbacb105-1333-4229-a8c5-dfa49d61f3a5_SiteId">
    <vt:lpwstr>d99c3e0a-5a04-4bda-95a1-da0c24b731ee</vt:lpwstr>
  </property>
  <property fmtid="{D5CDD505-2E9C-101B-9397-08002B2CF9AE}" pid="8" name="MSIP_Label_fbacb105-1333-4229-a8c5-dfa49d61f3a5_ActionId">
    <vt:lpwstr>216cc89a-acb3-49ca-bd96-6f87b99db708</vt:lpwstr>
  </property>
  <property fmtid="{D5CDD505-2E9C-101B-9397-08002B2CF9AE}" pid="9" name="MSIP_Label_fbacb105-1333-4229-a8c5-dfa49d61f3a5_ContentBits">
    <vt:lpwstr>0</vt:lpwstr>
  </property>
  <property fmtid="{D5CDD505-2E9C-101B-9397-08002B2CF9AE}" pid="10" name="MediaServiceImageTags">
    <vt:lpwstr/>
  </property>
</Properties>
</file>